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280160"/>
            <a:ext cx="2926080" cy="2926080"/>
          </a:xfrm>
          <a:prstGeom prst="ellipse">
            <a:avLst/>
          </a:prstGeom>
          <a:solidFill>
            <a:srgbClr val="3B2C64"/>
          </a:solidFill>
          <a:ln w="19050">
            <a:solidFill>
              <a:srgbClr val="5B4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2331720"/>
            <a:ext cx="3749040" cy="822960"/>
          </a:xfrm>
          <a:prstGeom prst="ellipse">
            <a:avLst/>
          </a:prstGeom>
          <a:ln w="19050">
            <a:solidFill>
              <a:srgbClr val="17B890"/>
            </a:solidFill>
            <a:prstDash val="solid"/>
          </a:ln>
        </p:spPr>
      </p:sp>
      <p:pic>
        <p:nvPicPr>
          <p:cNvPr id="4" name="Image 0" descr="/home/claude/tfadv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0574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Terraform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Deployments, Custom Providers, Dynamic Data &amp; Performance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58368" y="4572000"/>
            <a:ext cx="1005840" cy="0"/>
          </a:xfrm>
          <a:prstGeom prst="line">
            <a:avLst/>
          </a:prstGeom>
          <a:noFill/>
          <a:ln w="38100">
            <a:solidFill>
              <a:srgbClr val="17B8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•  Terraform Fundamentals Series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6" name="Image 0" descr="/home/claude/tfadv/glob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331720" y="186537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Multi-Cloud Deployments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1720" y="2212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Azure in one configuration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03580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12" name="Image 1" descr="/home/claude/tfadv/cog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154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8346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331720" y="29626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Custom Terraform Providers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331720" y="33101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Terraform to unsupported services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13308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18" name="Image 2" descr="/home/claude/tfadv/exchang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2519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931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331720" y="405993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Dynamic Data Sources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331720" y="44074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live data with the external provider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EEFC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230368"/>
            <a:ext cx="512064" cy="512064"/>
          </a:xfrm>
          <a:prstGeom prst="ellipse">
            <a:avLst/>
          </a:prstGeom>
          <a:solidFill>
            <a:srgbClr val="3B2170"/>
          </a:solidFill>
          <a:ln/>
        </p:spPr>
      </p:sp>
      <p:pic>
        <p:nvPicPr>
          <p:cNvPr id="24" name="Image 3" descr="/home/claude/tfadv/bol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349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5029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2331720" y="51572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331720" y="55046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Parallelism, remote state, module caching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Terraform Topics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 MULTI-CLOUD DEPLOYMENTS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Define Providers for AWS &amp; Azure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</a:t>
            </a:r>
            <a:pPr indent="0" marL="0">
              <a:buNone/>
            </a:pPr>
            <a:r>
              <a:rPr lang="en-US" sz="150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providers.tf</a:t>
            </a:r>
            <a:pPr indent="0" marL="0">
              <a:buNone/>
            </a:pPr>
            <a:r>
              <a:rPr lang="en-US" sz="15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declare both providers — Terraform manages both clouds from one config.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858000" cy="3840480"/>
          </a:xfrm>
          <a:prstGeom prst="roundRect">
            <a:avLst>
              <a:gd name="adj" fmla="val 1905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67712"/>
            <a:ext cx="640080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required_providers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aws =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  = "hashicorp/aws"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 = "~&gt; 5.0"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azurerm =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  = "hashicorp/azurerm"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 = "~&gt; 3.0"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"azurerm" 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 {}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35240" y="2103120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tfadv/glob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3774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providers, one state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55280" y="3017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Terraform's provider system lets a single configuration coordinate resources across completely different clouds.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55280" y="4087368"/>
            <a:ext cx="109728" cy="10972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2" name="Text 9"/>
          <p:cNvSpPr/>
          <p:nvPr/>
        </p:nvSpPr>
        <p:spPr>
          <a:xfrm>
            <a:off x="8183880" y="3950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block configures its own credentials/region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55280" y="4681728"/>
            <a:ext cx="109728" cy="10972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4" name="Text 11"/>
          <p:cNvSpPr/>
          <p:nvPr/>
        </p:nvSpPr>
        <p:spPr>
          <a:xfrm>
            <a:off x="8183880" y="4544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types are prefixed by provider (aws_, azurerm_)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55280" y="5276088"/>
            <a:ext cx="109728" cy="10972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6" name="Text 13"/>
          <p:cNvSpPr/>
          <p:nvPr/>
        </p:nvSpPr>
        <p:spPr>
          <a:xfrm>
            <a:off x="8183880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tracks both clouds' resources together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Terraform Topics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 MULTI-CLOUD DEPLOYMENTS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Deploy Across Both Clouds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(AWS)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39112"/>
            <a:ext cx="50749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"ami-0c55b159cbfafe1f0"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(Azure)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039112"/>
            <a:ext cx="48920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"azurerm_virtual_machine" "vm"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= "azure-vm"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= "East US"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vm_size  = "Standard_B1s"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home/claude/tfadv/rocke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3484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5448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both resources in a single run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94960" y="461772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6F5CB0"/>
          </a:solidFill>
          <a:ln/>
        </p:spPr>
      </p:sp>
      <p:sp>
        <p:nvSpPr>
          <p:cNvPr id="15" name="Text 12"/>
          <p:cNvSpPr/>
          <p:nvPr/>
        </p:nvSpPr>
        <p:spPr>
          <a:xfrm>
            <a:off x="5394960" y="4617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680960" y="461772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17B890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azurerm_virtual_machine.vm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554480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One Terraform run, resources live in two clouds simultaneously.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Terraform Topics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  CUSTOM TERRAFORM PROVIDERS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Terraform with Your Own Provider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service isn't officially supported, build a custom provider using the Terraform Plugin SDK.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3B21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Plugin SDK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6060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install github.com/hashicorp/terraform-plugin-sdk/v2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Create a Custom Provider in Go — example fetches weather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6583680" cy="2194560"/>
          </a:xfrm>
          <a:prstGeom prst="roundRect">
            <a:avLst>
              <a:gd name="adj" fmla="val 3333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096512"/>
            <a:ext cx="612648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main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(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"github.com/hashicorp/terraform-plugin-sdk/v2/helper/schema"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Provider() *schema.Provider 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&amp;schema.Provider{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ResourcesMap: map[string]*schema.Resource{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"weather_temperature": resourceWeatherTemperature(),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0" y="3931920"/>
            <a:ext cx="42976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/home/claude/tfadv/cog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18795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0" y="4187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635240" y="47091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registers a new resource type, weather_temperature, that Terraform can create, read, update, and destroy — just like any built-in resource.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Terraform Topics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  DYNAMIC DATA SOURCES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Pulling External Data with the external Provider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HCL — calls a script and captures its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39112"/>
            <a:ext cx="5074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"external" "example"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program = ["python3",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"${path.module}/fetch_data.py"]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"api_data" 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data.external.example.result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fetch_data.py — returns JSON to stdout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039112"/>
            <a:ext cx="4892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print(json.dumps({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"result": "Hello from API!"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EEFC"/>
          </a:solidFill>
          <a:ln/>
        </p:spPr>
      </p:sp>
      <p:pic>
        <p:nvPicPr>
          <p:cNvPr id="11" name="Image 0" descr="/home/claude/tfadv/cod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4544568"/>
            <a:ext cx="493776" cy="493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Plan/Apply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63824" y="480060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383280" y="43434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EEFC"/>
          </a:solidFill>
          <a:ln/>
        </p:spPr>
      </p:sp>
      <p:pic>
        <p:nvPicPr>
          <p:cNvPr id="15" name="Image 1" descr="/home/claude/tfadv/terminal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4544568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fetch_data.py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98464" y="480060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17920" y="43434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EEFC"/>
          </a:solidFill>
          <a:ln/>
        </p:spPr>
      </p:sp>
      <p:pic>
        <p:nvPicPr>
          <p:cNvPr id="19" name="Image 2" descr="/home/claude/tfadv/exchange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4544568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result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833104" y="480060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052560" y="43434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EEFC"/>
          </a:solidFill>
          <a:ln/>
        </p:spPr>
      </p:sp>
      <p:pic>
        <p:nvPicPr>
          <p:cNvPr id="23" name="Image 3" descr="/home/claude/tfadv/che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92" y="4544568"/>
            <a:ext cx="493776" cy="4937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9720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as data.external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Terraform Topics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 PERFORMANCE OPTIMIZATION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Terraform Runs Faster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3B2C64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194560"/>
            <a:ext cx="640080" cy="64008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6" name="Image 0" descr="/home/claude/tfadv/bol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23408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Execution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independent resource operations concurrently for faster apply/destroy cycles.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3B2C64"/>
          </a:solidFill>
          <a:ln/>
        </p:spPr>
      </p:sp>
      <p:sp>
        <p:nvSpPr>
          <p:cNvPr id="10" name="Shape 7"/>
          <p:cNvSpPr/>
          <p:nvPr/>
        </p:nvSpPr>
        <p:spPr>
          <a:xfrm>
            <a:off x="5875020" y="2194560"/>
            <a:ext cx="640080" cy="64008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11" name="Image 1" descr="/home/claude/tfadv/databas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4" y="23408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State + Locking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S3 + DynamoDB (or similar) so teams share state safely without corruption.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3B2C64"/>
          </a:solidFill>
          <a:ln/>
        </p:spPr>
      </p:sp>
      <p:sp>
        <p:nvSpPr>
          <p:cNvPr id="15" name="Shape 11"/>
          <p:cNvSpPr/>
          <p:nvPr/>
        </p:nvSpPr>
        <p:spPr>
          <a:xfrm>
            <a:off x="9715500" y="2194560"/>
            <a:ext cx="640080" cy="64008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16" name="Image 2" descr="/home/claude/tfadv/cube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804" y="23408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Caching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964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frequently used modules locally to avoid redundant downloads on every run.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77240" y="5148072"/>
            <a:ext cx="1060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-parallelism=10    # faster deployments via concurrent runs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Terraform Topics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Infrastructure Across AWS &amp; Azure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tfadv/clipboard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6479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544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buNone/>
            </a:pPr>
            <a:r>
              <a:rPr lang="en-US" sz="14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needs infrastructure across AWS and Azure, managed using one Terraform configuration.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13916" y="3154680"/>
            <a:ext cx="475488" cy="475488"/>
          </a:xfrm>
          <a:prstGeom prst="ellipse">
            <a:avLst/>
          </a:prstGeom>
          <a:solidFill>
            <a:srgbClr val="3B2170"/>
          </a:solidFill>
          <a:ln/>
        </p:spPr>
      </p:sp>
      <p:sp>
        <p:nvSpPr>
          <p:cNvPr id="10" name="Text 7"/>
          <p:cNvSpPr/>
          <p:nvPr/>
        </p:nvSpPr>
        <p:spPr>
          <a:xfrm>
            <a:off x="1613916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multiple providers (AWS &amp; Azure)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163824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10712" y="2971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75988" y="3154680"/>
            <a:ext cx="475488" cy="475488"/>
          </a:xfrm>
          <a:prstGeom prst="ellipse">
            <a:avLst/>
          </a:prstGeom>
          <a:solidFill>
            <a:srgbClr val="3B2170"/>
          </a:solidFill>
          <a:ln/>
        </p:spPr>
      </p:sp>
      <p:sp>
        <p:nvSpPr>
          <p:cNvPr id="15" name="Text 12"/>
          <p:cNvSpPr/>
          <p:nvPr/>
        </p:nvSpPr>
        <p:spPr>
          <a:xfrm>
            <a:off x="4475988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47872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EC2 and Azure VMs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025896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272784" y="2971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38060" y="3154680"/>
            <a:ext cx="475488" cy="475488"/>
          </a:xfrm>
          <a:prstGeom prst="ellipse">
            <a:avLst/>
          </a:prstGeom>
          <a:solidFill>
            <a:srgbClr val="3B2170"/>
          </a:solidFill>
          <a:ln/>
        </p:spPr>
      </p:sp>
      <p:sp>
        <p:nvSpPr>
          <p:cNvPr id="20" name="Text 17"/>
          <p:cNvSpPr/>
          <p:nvPr/>
        </p:nvSpPr>
        <p:spPr>
          <a:xfrm>
            <a:off x="733806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9944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dynamic data using external APIs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887968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134856" y="2971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200132" y="3154680"/>
            <a:ext cx="475488" cy="475488"/>
          </a:xfrm>
          <a:prstGeom prst="ellipse">
            <a:avLst/>
          </a:prstGeom>
          <a:solidFill>
            <a:srgbClr val="3B2170"/>
          </a:solidFill>
          <a:ln/>
        </p:spPr>
      </p:sp>
      <p:sp>
        <p:nvSpPr>
          <p:cNvPr id="25" name="Text 22"/>
          <p:cNvSpPr/>
          <p:nvPr/>
        </p:nvSpPr>
        <p:spPr>
          <a:xfrm>
            <a:off x="10200132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72016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Terraform performance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00" dirty="0"/>
          </a:p>
        </p:txBody>
      </p:sp>
      <p:pic>
        <p:nvPicPr>
          <p:cNvPr id="28" name="Image 1" descr="/home/claude/tfadv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8348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60120" y="49377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manages resources across multiple clouds</a:t>
            </a:r>
            <a:endParaRPr lang="en-US" sz="1350" dirty="0"/>
          </a:p>
        </p:txBody>
      </p:sp>
      <p:pic>
        <p:nvPicPr>
          <p:cNvPr id="30" name="Image 2" descr="/home/claude/tfadv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40680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60120" y="53949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API data is fetched in real-time</a:t>
            </a:r>
            <a:endParaRPr lang="en-US" sz="1350" dirty="0"/>
          </a:p>
        </p:txBody>
      </p:sp>
      <p:pic>
        <p:nvPicPr>
          <p:cNvPr id="32" name="Image 3" descr="/home/claude/tfadv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897880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0120" y="58521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Terraform execution for faster deployments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Terraform Topics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5" name="Image 0" descr="/home/claude/tfadv/glob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3055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11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infrastructure across multiple clouds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8" name="Image 1" descr="/home/claude/tfadv/cog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9923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80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custom Terraform provider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11" name="Image 2" descr="/home/claude/tfadv/exchang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67912"/>
            <a:ext cx="265176" cy="2651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749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dynamic data sources to pull external API data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14" name="Image 3" descr="/home/claude/tfadv/bol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736592"/>
            <a:ext cx="265176" cy="2651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617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Terraform performance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Terraform Fundamentals Series — thank you!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Terraform Topics</dc:title>
  <dc:subject>PptxGenJS Presentation</dc:subject>
  <dc:creator>Terraform Training</dc:creator>
  <cp:lastModifiedBy>Terraform Training</cp:lastModifiedBy>
  <cp:revision>1</cp:revision>
  <dcterms:created xsi:type="dcterms:W3CDTF">2026-07-07T15:20:59Z</dcterms:created>
  <dcterms:modified xsi:type="dcterms:W3CDTF">2026-07-07T15:20:59Z</dcterms:modified>
</cp:coreProperties>
</file>