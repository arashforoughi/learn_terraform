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5C3A9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291840" cy="3291840"/>
          </a:xfrm>
          <a:prstGeom prst="ellipse">
            <a:avLst/>
          </a:prstGeom>
          <a:solidFill>
            <a:srgbClr val="7B42BC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658368" cy="658368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56" y="765536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Configuration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 &amp; Basics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B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Providers, resources, variables, and outputs — the building blocks of every Terraform project.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Walkthrough Deck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7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 Structure of a Terraform Project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project is made of a handful of purpose-built files.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0" cy="4709160"/>
          </a:xfrm>
          <a:prstGeom prst="roundRect">
            <a:avLst>
              <a:gd name="adj" fmla="val 1739"/>
            </a:avLst>
          </a:prstGeom>
          <a:solidFill>
            <a:srgbClr val="2D1B4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terraform-project/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main.tf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variables.tf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outputs.tf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terraform.tfvars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providers.tf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terraform.tfstate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.terraform/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5349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7A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layout keeps configuration, variables, and state clearly separated.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0" y="1645920"/>
            <a:ext cx="6583680" cy="512064"/>
          </a:xfrm>
          <a:prstGeom prst="roundRect">
            <a:avLst>
              <a:gd name="adj" fmla="val 10714"/>
            </a:avLst>
          </a:prstGeom>
          <a:solidFill>
            <a:srgbClr val="F4F1FA"/>
          </a:solidFill>
          <a:ln/>
        </p:spPr>
      </p:sp>
      <p:sp>
        <p:nvSpPr>
          <p:cNvPr id="9" name="Text 7"/>
          <p:cNvSpPr/>
          <p:nvPr/>
        </p:nvSpPr>
        <p:spPr>
          <a:xfrm>
            <a:off x="5257800" y="164592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52360" y="164592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infrastructure (resources)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0" y="2267712"/>
            <a:ext cx="65836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226771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variables.tf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52360" y="226771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input variables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0" y="2889504"/>
            <a:ext cx="6583680" cy="512064"/>
          </a:xfrm>
          <a:prstGeom prst="roundRect">
            <a:avLst>
              <a:gd name="adj" fmla="val 10714"/>
            </a:avLst>
          </a:prstGeom>
          <a:solidFill>
            <a:srgbClr val="F4F1FA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288950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outputs.tf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52360" y="288950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output values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0" y="3511296"/>
            <a:ext cx="65836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351129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terraform.tfvars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52360" y="351129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variable values (optional)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0" y="4133088"/>
            <a:ext cx="6583680" cy="512064"/>
          </a:xfrm>
          <a:prstGeom prst="roundRect">
            <a:avLst>
              <a:gd name="adj" fmla="val 10714"/>
            </a:avLst>
          </a:prstGeom>
          <a:solidFill>
            <a:srgbClr val="F4F1FA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413308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providers.tf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52360" y="413308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provider configuration (optional)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0" y="4754880"/>
            <a:ext cx="65836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475488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terraform.tfstate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52360" y="475488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current state of the infrastructure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29200" y="5376672"/>
            <a:ext cx="6583680" cy="512064"/>
          </a:xfrm>
          <a:prstGeom prst="roundRect">
            <a:avLst>
              <a:gd name="adj" fmla="val 10714"/>
            </a:avLst>
          </a:prstGeom>
          <a:solidFill>
            <a:srgbClr val="F4F1FA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537667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.terraform/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52360" y="537667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containing provider plugins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Configuration Files &amp; Basics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7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 Writing Basic Terraform Configuration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configuration specifies four essentials: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4F1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0171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60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platform — AWS, Azure, GCP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37560" y="16459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4F1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874520"/>
            <a:ext cx="548640" cy="54864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806" y="20171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560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2044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components — EC2, S3, RDS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6459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4F1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1874520"/>
            <a:ext cx="548640" cy="54864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726" y="201716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560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0936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input values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15400" y="16459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4F1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0" y="1874520"/>
            <a:ext cx="548640" cy="54864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646" y="201716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8280" y="2560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09828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important information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creating an S3 bucket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3977640"/>
            <a:ext cx="5623560" cy="2331720"/>
          </a:xfrm>
          <a:prstGeom prst="roundRect">
            <a:avLst>
              <a:gd name="adj" fmla="val 3137"/>
            </a:avLst>
          </a:prstGeom>
          <a:solidFill>
            <a:srgbClr val="1F133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777240" y="4142232"/>
            <a:ext cx="516636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"us-east-1"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"aws_s3_bucket" "my_bucket"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 = "my-terraform-bucket-12345"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446520" y="3611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configuration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6446520" y="397764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1F133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6675120" y="41422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init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 -auto-approve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6446520" y="534924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4F1FA"/>
          </a:solidFill>
          <a:ln/>
        </p:spPr>
      </p:sp>
      <p:sp>
        <p:nvSpPr>
          <p:cNvPr id="31" name="Text 25"/>
          <p:cNvSpPr/>
          <p:nvPr/>
        </p:nvSpPr>
        <p:spPr>
          <a:xfrm>
            <a:off x="6675120" y="53492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This creates an S3 bucket in AWS.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Configuration Files &amp; Basics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7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 Providers &amp; Resources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0" cy="5120640"/>
          </a:xfrm>
          <a:prstGeom prst="roundRect">
            <a:avLst>
              <a:gd name="adj" fmla="val 1786"/>
            </a:avLst>
          </a:prstGeom>
          <a:solidFill>
            <a:srgbClr val="F4F1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5087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163951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36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plugin that lets Terraform talk to an external service (AWS, Azure, GCP, Kubernetes, Vault, GitHub, and more).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301752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1F133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51560" y="3182112"/>
            <a:ext cx="4480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"us-east-1"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View all providers on the Terraform Registry.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463040" y="4617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22960" y="459028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4721047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2960" y="51389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infrastructure component Terraform manages — EC2, S3, RDS, and so on.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309360" y="1234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EC2 instance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309360" y="16002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1F133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537960" y="1764792"/>
            <a:ext cx="4846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"example"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"ami-0c55b159cbfafe1f0"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"t2.micro"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309360" y="315468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2D1B4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83680" y="3383280"/>
            <a:ext cx="457200" cy="45720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350215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78040" y="34015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583680" y="39136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existing information from a provider instead of creating something new.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583680" y="45262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"aws_ami" "latest_amazon_linux"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most_recent = true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7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owners      = ["amazon"]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7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583680" y="5623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F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Usage: ami = data.aws_ami.latest_amazon_linux.id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Configuration Files &amp; Basics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7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  Variables &amp; Outputs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Parametrize configuration with variables, then surface results with outputs.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17309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variables.tf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F133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2770632"/>
            <a:ext cx="49377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"bucket_name"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"The name of the S3 bucket"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  = string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    = "my-default-bucket"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160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44805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F133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4645152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"aws_s3_bucket" "my_bucket"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 = var.bucket_name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539496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1F133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7240" y="5559552"/>
            <a:ext cx="4937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 \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-var="bucket_name=my-custom-bucket"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09360" y="1600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119" y="1730959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49440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309360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outputs.tf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309360" y="26060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F133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537960" y="2770632"/>
            <a:ext cx="4937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"s3_bucket_name"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"The name of the created bucket"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      = aws_s3_bucket.my_bucket.id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309360" y="397764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1F133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537960" y="4142232"/>
            <a:ext cx="4937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output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309360" y="480060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4F1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583680" y="4800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Shows the bucket name directly in the terminal — no need to check the AWS console.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Configuration Files &amp; Basics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7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  Dependencies in Terraform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automatically orders resource creation based on references between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2D1B4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450592"/>
            <a:ext cx="502920" cy="50292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039" y="258135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Security Group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"aws_security_group" "my_sg"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97280" y="3429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HTTP ingress on port 80 before anything else needs it.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166360" y="2880360"/>
            <a:ext cx="822960" cy="457200"/>
          </a:xfrm>
          <a:prstGeom prst="rightArrow">
            <a:avLst/>
          </a:prstGeom>
          <a:solidFill>
            <a:srgbClr val="7B42BC"/>
          </a:solidFill>
          <a:ln/>
        </p:spPr>
      </p:sp>
      <p:sp>
        <p:nvSpPr>
          <p:cNvPr id="11" name="Shape 8"/>
          <p:cNvSpPr/>
          <p:nvPr/>
        </p:nvSpPr>
        <p:spPr>
          <a:xfrm>
            <a:off x="6126480" y="219456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2D1B4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2450592"/>
            <a:ext cx="502920" cy="50292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559" y="2581351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EC2 Instance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0080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"my_instance"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0800" y="3429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the security group by name, so Terraform waits for it first.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22960" y="44348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Terraform builds a dependency graph and creates the security group before the instance — no manual ordering required.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822960" y="5029200"/>
            <a:ext cx="9601200" cy="1417320"/>
          </a:xfrm>
          <a:prstGeom prst="roundRect">
            <a:avLst>
              <a:gd name="adj" fmla="val 5161"/>
            </a:avLst>
          </a:prstGeom>
          <a:solidFill>
            <a:srgbClr val="1F133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1051560" y="5193792"/>
            <a:ext cx="91440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"aws_security_group" "my_sg" { ...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"my_instance"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security_groups = [aws_security_group.my_sg.name]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Configuration Files &amp; Basics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7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Hands-On: Deploy an S3 Bucket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variables and outputs, end to 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24912" cy="4480560"/>
          </a:xfrm>
          <a:prstGeom prst="roundRect">
            <a:avLst>
              <a:gd name="adj" fmla="val 3356"/>
            </a:avLst>
          </a:prstGeom>
          <a:solidFill>
            <a:srgbClr val="F4F1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7B42B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80136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project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2450592" cy="3520440"/>
          </a:xfrm>
          <a:prstGeom prst="roundRect">
            <a:avLst>
              <a:gd name="adj" fmla="val 2985"/>
            </a:avLst>
          </a:prstGeom>
          <a:solidFill>
            <a:srgbClr val="1F133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542032"/>
            <a:ext cx="1993392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terraform-s3 &amp;&amp; cd terraform-s3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38144" y="1600200"/>
            <a:ext cx="2724912" cy="4480560"/>
          </a:xfrm>
          <a:prstGeom prst="roundRect">
            <a:avLst>
              <a:gd name="adj" fmla="val 3356"/>
            </a:avLst>
          </a:prstGeom>
          <a:solidFill>
            <a:srgbClr val="F4F1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21024" y="1783080"/>
            <a:ext cx="457200" cy="457200"/>
          </a:xfrm>
          <a:prstGeom prst="ellipse">
            <a:avLst/>
          </a:prstGeom>
          <a:solidFill>
            <a:srgbClr val="7B42BC"/>
          </a:solidFill>
          <a:ln/>
        </p:spPr>
      </p:sp>
      <p:sp>
        <p:nvSpPr>
          <p:cNvPr id="12" name="Text 10"/>
          <p:cNvSpPr/>
          <p:nvPr/>
        </p:nvSpPr>
        <p:spPr>
          <a:xfrm>
            <a:off x="362102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15384" y="180136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variables.tf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575304" y="2377440"/>
            <a:ext cx="2450592" cy="3520440"/>
          </a:xfrm>
          <a:prstGeom prst="roundRect">
            <a:avLst>
              <a:gd name="adj" fmla="val 2985"/>
            </a:avLst>
          </a:prstGeom>
          <a:solidFill>
            <a:srgbClr val="1F133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03904" y="2542032"/>
            <a:ext cx="1993392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"bucket_name" { type = string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"region" { default = "us-east-1" 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27648" y="1600200"/>
            <a:ext cx="2724912" cy="4480560"/>
          </a:xfrm>
          <a:prstGeom prst="roundRect">
            <a:avLst>
              <a:gd name="adj" fmla="val 3356"/>
            </a:avLst>
          </a:prstGeom>
          <a:solidFill>
            <a:srgbClr val="F4F1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0528" y="1783080"/>
            <a:ext cx="457200" cy="457200"/>
          </a:xfrm>
          <a:prstGeom prst="ellipse">
            <a:avLst/>
          </a:prstGeom>
          <a:solidFill>
            <a:srgbClr val="7B42BC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04888" y="180136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main.tf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64808" y="2377440"/>
            <a:ext cx="2450592" cy="3520440"/>
          </a:xfrm>
          <a:prstGeom prst="roundRect">
            <a:avLst>
              <a:gd name="adj" fmla="val 2985"/>
            </a:avLst>
          </a:prstGeom>
          <a:solidFill>
            <a:srgbClr val="1F133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93408" y="2542032"/>
            <a:ext cx="1993392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 region = var.region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"aws_s3_bucket" "my_bucket"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 = var.bucket_name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217152" y="1600200"/>
            <a:ext cx="2724912" cy="4480560"/>
          </a:xfrm>
          <a:prstGeom prst="roundRect">
            <a:avLst>
              <a:gd name="adj" fmla="val 3356"/>
            </a:avLst>
          </a:prstGeom>
          <a:solidFill>
            <a:srgbClr val="F4F1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00032" y="1783080"/>
            <a:ext cx="457200" cy="457200"/>
          </a:xfrm>
          <a:prstGeom prst="ellipse">
            <a:avLst/>
          </a:prstGeom>
          <a:solidFill>
            <a:srgbClr val="7B42BC"/>
          </a:solidFill>
          <a:ln/>
        </p:spPr>
      </p:sp>
      <p:sp>
        <p:nvSpPr>
          <p:cNvPr id="24" name="Text 22"/>
          <p:cNvSpPr/>
          <p:nvPr/>
        </p:nvSpPr>
        <p:spPr>
          <a:xfrm>
            <a:off x="940003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94392" y="180136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outputs.tf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354312" y="2377440"/>
            <a:ext cx="2450592" cy="3520440"/>
          </a:xfrm>
          <a:prstGeom prst="roundRect">
            <a:avLst>
              <a:gd name="adj" fmla="val 2985"/>
            </a:avLst>
          </a:prstGeom>
          <a:solidFill>
            <a:srgbClr val="1F133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582912" y="2542032"/>
            <a:ext cx="1993392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"bucket_id"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= aws_s3_bucket.my_bucket.id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Configuration Files &amp; Basics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7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Hands-On: Apply &amp; Destroy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infrastructure up, confirm it, then tear it down.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4F1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714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Apply Terraform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1F133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51560" y="2770632"/>
            <a:ext cx="44348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init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 \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-var="bucket_name=my-terraform-bucket-123" \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-auto-approve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42519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Terraform creates the S3 bucket and prints the bucket name as an output.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51206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point: walk through the plan output line by line before typing yes.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72200" y="160020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2D1B4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1828800"/>
            <a:ext cx="548640" cy="54864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166" y="197144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Destroy the Infrastructure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446520" y="2606040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1F133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675120" y="2770632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destroy -auto-approve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46520" y="36118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F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Deletes the S3 bucket to avoid ongoing AWS costs.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446520" y="429768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destroy demo resources at the end of a session — nothing should be left running in the account.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Configuration Files &amp; Basics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5C3A99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— RECAP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0848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9202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project structure — main.tf, variables.tf, outputs.tf, and state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8620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6974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Providers, resources, and data sources connect Terraform to the cloud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63931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4747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parametrize configuration; outputs surface key results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41655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4251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resolves dependencies automatically via resource references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193792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80160" y="5029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 S3 bucket end-to-end using variables and outputs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A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Configuration Files &amp; Basics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A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Configuration Files &amp; Basics</dc:title>
  <dc:subject>PptxGenJS Presentation</dc:subject>
  <dc:creator>Terraform Basics</dc:creator>
  <cp:lastModifiedBy>Terraform Basics</cp:lastModifiedBy>
  <cp:revision>1</cp:revision>
  <dcterms:created xsi:type="dcterms:W3CDTF">2026-07-07T09:46:28Z</dcterms:created>
  <dcterms:modified xsi:type="dcterms:W3CDTF">2026-07-07T09:46:28Z</dcterms:modified>
</cp:coreProperties>
</file>