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188720"/>
            <a:ext cx="3840480" cy="3840480"/>
          </a:xfrm>
          <a:prstGeom prst="ellipse">
            <a:avLst/>
          </a:prstGeom>
          <a:solidFill>
            <a:srgbClr val="2A206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108960" cy="3108960"/>
          </a:xfrm>
          <a:prstGeom prst="ellipse">
            <a:avLst/>
          </a:prstGeom>
          <a:solidFill>
            <a:srgbClr val="2A206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731520" cy="73152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6931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46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· TERRAFORM DEEP DIVE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87452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Provisioners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Null Resources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C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servers, running one-time scripts, and re-triggering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C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safely with local-exec, remote-exec, file, and null_resource.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6863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8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Provisioners?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is designed to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infrastructure, not configuration.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Provisioners run scripts or commands after a resource is created — use them only when necessary.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F1FB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21992"/>
            <a:ext cx="457200" cy="457200"/>
          </a:xfrm>
          <a:prstGeom prst="ellipse">
            <a:avLst/>
          </a:prstGeom>
          <a:solidFill>
            <a:srgbClr val="D6F3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340864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585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Provisioners When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software (e.g., nginx on an EC2 instance)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files to remote servers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one-time scripts for setup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3931920" cy="2788920"/>
          </a:xfrm>
          <a:prstGeom prst="roundRect">
            <a:avLst>
              <a:gd name="adj" fmla="val 2623"/>
            </a:avLst>
          </a:prstGeom>
          <a:solidFill>
            <a:srgbClr val="FBF1F0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2221992"/>
            <a:ext cx="457200" cy="457200"/>
          </a:xfrm>
          <a:prstGeom prst="ellipse">
            <a:avLst/>
          </a:prstGeom>
          <a:solidFill>
            <a:srgbClr val="F7DCD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3408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2585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Provisioners When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288036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management tools are available (Ansible, Puppet, Chef)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Cloud-init or user-data can achieve the same result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Provisioners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24328" cy="3246120"/>
          </a:xfrm>
          <a:prstGeom prst="roundRect">
            <a:avLst>
              <a:gd name="adj" fmla="val 3484"/>
            </a:avLst>
          </a:prstGeom>
          <a:solidFill>
            <a:srgbClr val="EFEB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3604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188366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78608" y="1600200"/>
            <a:ext cx="365760" cy="365760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8" name="Text 5"/>
          <p:cNvSpPr/>
          <p:nvPr/>
        </p:nvSpPr>
        <p:spPr>
          <a:xfrm>
            <a:off x="257860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7432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local-exec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13232" y="3200400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commands on the machine running Terraform.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00984" y="1417320"/>
            <a:ext cx="2624328" cy="3246120"/>
          </a:xfrm>
          <a:prstGeom prst="roundRect">
            <a:avLst>
              <a:gd name="adj" fmla="val 3484"/>
            </a:avLst>
          </a:prstGeom>
          <a:solidFill>
            <a:srgbClr val="EFEB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47388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692" y="1883664"/>
            <a:ext cx="438912" cy="438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22392" y="1600200"/>
            <a:ext cx="365760" cy="365760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15" name="Text 11"/>
          <p:cNvSpPr/>
          <p:nvPr/>
        </p:nvSpPr>
        <p:spPr>
          <a:xfrm>
            <a:off x="542239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38144" y="27432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remote-exec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57016" y="3200400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commands inside the remote instance over SSH/WinRM.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144768" y="1417320"/>
            <a:ext cx="2624328" cy="3246120"/>
          </a:xfrm>
          <a:prstGeom prst="roundRect">
            <a:avLst>
              <a:gd name="adj" fmla="val 3484"/>
            </a:avLst>
          </a:prstGeom>
          <a:solidFill>
            <a:srgbClr val="EFEB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91172" y="17373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476" y="1883664"/>
            <a:ext cx="438912" cy="4389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66176" y="1600200"/>
            <a:ext cx="365760" cy="365760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22" name="Text 17"/>
          <p:cNvSpPr/>
          <p:nvPr/>
        </p:nvSpPr>
        <p:spPr>
          <a:xfrm>
            <a:off x="826617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81928" y="274320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2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400800" y="3200400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files from the local machine to the remote instance.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provisioner attaches to a resource block and runs once, at create (or destroy) time.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local-exec Provisioner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FEB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07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machine executing Terraform — not on the created resource.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or notifying (e.g., Slack) after apply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local files from resource output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local CLI tools or scripts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FEBFC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Slack after an EC2 instance is created, logging its instance ID locally.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1207008"/>
            <a:ext cx="4160520" cy="3200400"/>
          </a:xfrm>
          <a:prstGeom prst="roundRect">
            <a:avLst>
              <a:gd name="adj" fmla="val 1714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1335024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335024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13" name="Shape 10"/>
          <p:cNvSpPr/>
          <p:nvPr/>
        </p:nvSpPr>
        <p:spPr>
          <a:xfrm>
            <a:off x="5093208" y="1335024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14" name="Text 11"/>
          <p:cNvSpPr/>
          <p:nvPr/>
        </p:nvSpPr>
        <p:spPr>
          <a:xfrm>
            <a:off x="4782312" y="1591056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provisioner "local-exec"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 = "echo 'EC2 instance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${self.id} has been created'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&gt;&gt; ec2-log.txt"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remote-exec Provisioner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FEB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07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into the remote server (typically via SSH) and runs commands directly on it.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connection block (SSH/WinRM)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network access + open security group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install &amp; bootstrap commands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FEBFC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a fresh EC2 instance and install + start Nginx right after it's created.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1207008"/>
            <a:ext cx="4160520" cy="3566160"/>
          </a:xfrm>
          <a:prstGeom prst="roundRect">
            <a:avLst>
              <a:gd name="adj" fmla="val 1538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1335024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335024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13" name="Shape 10"/>
          <p:cNvSpPr/>
          <p:nvPr/>
        </p:nvSpPr>
        <p:spPr>
          <a:xfrm>
            <a:off x="5093208" y="1335024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14" name="Text 11"/>
          <p:cNvSpPr/>
          <p:nvPr/>
        </p:nvSpPr>
        <p:spPr>
          <a:xfrm>
            <a:off x="4782312" y="1591056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{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"ssh"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       = "ubuntu"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private_key = file("~/.ssh/my-key.pem")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        = self.public_ip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provisioner "remote-exec" {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inline = [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"sudo apt update -y",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"sudo apt install nginx -y",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"sudo systemctl start nginx"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0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3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file Provisioner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FEB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070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files or directories from the local machine to the newly created remote server.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 same connection block as remote-exec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paired with remote-exec to run the copied file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config files, scripts, or small assets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52044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EFEBFC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 nginx app-config file straight into /etc/nginx/conf.d/ on the instance.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1207008"/>
            <a:ext cx="4160520" cy="3200400"/>
          </a:xfrm>
          <a:prstGeom prst="roundRect">
            <a:avLst>
              <a:gd name="adj" fmla="val 1714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1335024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335024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13" name="Shape 10"/>
          <p:cNvSpPr/>
          <p:nvPr/>
        </p:nvSpPr>
        <p:spPr>
          <a:xfrm>
            <a:off x="5093208" y="1335024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14" name="Text 11"/>
          <p:cNvSpPr/>
          <p:nvPr/>
        </p:nvSpPr>
        <p:spPr>
          <a:xfrm>
            <a:off x="4782312" y="1591056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{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    = "ssh"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        = "ubuntu"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private_key = file("~/.ssh/my-key.pem")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        = self.public_ip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provisioner "file" {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= "app-config.conf"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 =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"/etc/nginx/conf.d/app-config.conf"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</p:txBody>
      </p:sp>
      <p:sp>
        <p:nvSpPr>
          <p:cNvPr id="15" name="Text 12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Null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EFEB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3651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0700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B32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null_resource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does nothing on its own — it only exists to trigger provisioners when its inputs change.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EFEBFC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" y="23317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20" y="24315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4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triggers { }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8368" y="274320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of values under triggers is compared on every plan. When any value changes, the provisioner re-runs.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70332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1FBF9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37033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setup scripts, force dependency ordering, or bridge resources with no native relationship.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26280" y="1207008"/>
            <a:ext cx="4160520" cy="3246120"/>
          </a:xfrm>
          <a:prstGeom prst="roundRect">
            <a:avLst>
              <a:gd name="adj" fmla="val 1690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90872" y="1335024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16" name="Shape 12"/>
          <p:cNvSpPr/>
          <p:nvPr/>
        </p:nvSpPr>
        <p:spPr>
          <a:xfrm>
            <a:off x="4892040" y="1335024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17" name="Shape 13"/>
          <p:cNvSpPr/>
          <p:nvPr/>
        </p:nvSpPr>
        <p:spPr>
          <a:xfrm>
            <a:off x="5093208" y="1335024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18" name="Text 14"/>
          <p:cNvSpPr/>
          <p:nvPr/>
        </p:nvSpPr>
        <p:spPr>
          <a:xfrm>
            <a:off x="4782312" y="1591056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"aws_vpc" "main" {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"10.0.0.0/16"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"null_resource" "vpc_change" {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triggers = {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vpc_id = aws_vpc.main.id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provisioner "local-exec" {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 = "echo 'VPC changed!'"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6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</p:txBody>
      </p:sp>
      <p:sp>
        <p:nvSpPr>
          <p:cNvPr id="19" name="Text 15"/>
          <p:cNvSpPr/>
          <p:nvPr/>
        </p:nvSpPr>
        <p:spPr>
          <a:xfrm>
            <a:off x="4526280" y="4526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VPC changes, Terraform runs the script again — even though nothing else about the resource changed.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Anti-Patterns with Provisioners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EFEBFC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08176"/>
            <a:ext cx="384048" cy="384048"/>
          </a:xfrm>
          <a:prstGeom prst="ellipse">
            <a:avLst/>
          </a:prstGeom>
          <a:solidFill>
            <a:srgbClr val="F7DCD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20" y="1508028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07592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provisioners for ongoing configuration management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36592" y="1536192"/>
            <a:ext cx="402336" cy="402336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9" name="Text 6"/>
          <p:cNvSpPr/>
          <p:nvPr/>
        </p:nvSpPr>
        <p:spPr>
          <a:xfrm>
            <a:off x="473659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21808" y="1408176"/>
            <a:ext cx="384048" cy="384048"/>
          </a:xfrm>
          <a:prstGeom prst="ellipse">
            <a:avLst/>
          </a:prstGeom>
          <a:solidFill>
            <a:srgbClr val="D6F3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60" y="1508028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30759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Ansible, Chef, or Puppet for continuous config updates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EFEBFC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2551176"/>
            <a:ext cx="384048" cy="384048"/>
          </a:xfrm>
          <a:prstGeom prst="ellipse">
            <a:avLst/>
          </a:prstGeom>
          <a:solidFill>
            <a:srgbClr val="F7DCD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2651028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450592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Hardcoding sensitive credentials directly in scripts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4736592" y="2679192"/>
            <a:ext cx="402336" cy="402336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18" name="Text 13"/>
          <p:cNvSpPr/>
          <p:nvPr/>
        </p:nvSpPr>
        <p:spPr>
          <a:xfrm>
            <a:off x="473659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321808" y="2551176"/>
            <a:ext cx="384048" cy="384048"/>
          </a:xfrm>
          <a:prstGeom prst="ellipse">
            <a:avLst/>
          </a:prstGeom>
          <a:solidFill>
            <a:srgbClr val="D6F3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1660" y="2651028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52160" y="245059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secrets in Vault or AWS Secrets Manager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EFEBFC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8368" y="3694176"/>
            <a:ext cx="384048" cy="384048"/>
          </a:xfrm>
          <a:prstGeom prst="ellipse">
            <a:avLst/>
          </a:prstGeom>
          <a:solidFill>
            <a:srgbClr val="F7DCD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" y="3794028"/>
            <a:ext cx="184343" cy="18434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593592"/>
            <a:ext cx="3520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provisioners on every single terraform apply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4736592" y="3822192"/>
            <a:ext cx="402336" cy="402336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27" name="Text 20"/>
          <p:cNvSpPr/>
          <p:nvPr/>
        </p:nvSpPr>
        <p:spPr>
          <a:xfrm>
            <a:off x="473659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5321808" y="3694176"/>
            <a:ext cx="384048" cy="384048"/>
          </a:xfrm>
          <a:prstGeom prst="ellipse">
            <a:avLst/>
          </a:prstGeom>
          <a:solidFill>
            <a:srgbClr val="D6F3E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1660" y="3794028"/>
            <a:ext cx="184343" cy="18434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852160" y="3593592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null_resource triggers to run only when inputs change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 Shell Script on EC2 After Creation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57200" cy="457200"/>
          </a:xfrm>
          <a:prstGeom prst="ellipse">
            <a:avLst/>
          </a:prstGeom>
          <a:solidFill>
            <a:srgbClr val="EFEB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2588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207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911096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9" name="Shape 6"/>
          <p:cNvSpPr/>
          <p:nvPr/>
        </p:nvSpPr>
        <p:spPr>
          <a:xfrm>
            <a:off x="822960" y="1911096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10" name="Shape 7"/>
          <p:cNvSpPr/>
          <p:nvPr/>
        </p:nvSpPr>
        <p:spPr>
          <a:xfrm>
            <a:off x="1024128" y="1911096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1671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terraform-project/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     # Terraform config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setup.sh    # Script for EC2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20040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1FBF9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320040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F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launches 20 EC2 instances, copies setup.sh to each with the file provisioner, then runs it with remote-exec.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26280" y="1207008"/>
            <a:ext cx="457200" cy="457200"/>
          </a:xfrm>
          <a:prstGeom prst="ellipse">
            <a:avLst/>
          </a:prstGeom>
          <a:solidFill>
            <a:srgbClr val="EFEB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32588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12070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setup.sh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526280" y="1783080"/>
            <a:ext cx="4160520" cy="2926080"/>
          </a:xfrm>
          <a:prstGeom prst="roundRect">
            <a:avLst>
              <a:gd name="adj" fmla="val 1875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90872" y="1911096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19" name="Shape 15"/>
          <p:cNvSpPr/>
          <p:nvPr/>
        </p:nvSpPr>
        <p:spPr>
          <a:xfrm>
            <a:off x="4892040" y="1911096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20" name="Shape 16"/>
          <p:cNvSpPr/>
          <p:nvPr/>
        </p:nvSpPr>
        <p:spPr>
          <a:xfrm>
            <a:off x="5093208" y="1911096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21" name="Text 17"/>
          <p:cNvSpPr/>
          <p:nvPr/>
        </p:nvSpPr>
        <p:spPr>
          <a:xfrm>
            <a:off x="4782312" y="2167128"/>
            <a:ext cx="3703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update -y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-y apache2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start apache2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enable apache2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Configuration (main.tf)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5074920" cy="3657600"/>
          </a:xfrm>
          <a:prstGeom prst="roundRect">
            <a:avLst>
              <a:gd name="adj" fmla="val 1500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35024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335024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7" name="Shape 5"/>
          <p:cNvSpPr/>
          <p:nvPr/>
        </p:nvSpPr>
        <p:spPr>
          <a:xfrm>
            <a:off x="1024128" y="1335024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591056"/>
            <a:ext cx="4617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        = 20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key_name      = "my-key"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connection {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       = "ssh"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       = "ubuntu"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private_key = file("~/.ssh/my-key.pem")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        = self.public_ip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A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provisioner "file" {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      = "setup.sh"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destination = "/home/ubuntu/setup.sh"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A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A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provisioner "remote-exec" {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inline = [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"chmod +x /home/ubuntu/setup.sh",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"sudo /home/ubuntu/setup.sh"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E3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E8A2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6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60" dirty="0">
                <a:solidFill>
                  <a:srgbClr val="9E8C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5806440" y="1207008"/>
            <a:ext cx="457200" cy="457200"/>
          </a:xfrm>
          <a:prstGeom prst="ellipse">
            <a:avLst/>
          </a:prstGeom>
          <a:solidFill>
            <a:srgbClr val="EFEB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32588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12070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It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806440" y="178308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251C4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71032" y="1911096"/>
            <a:ext cx="128016" cy="128016"/>
          </a:xfrm>
          <a:prstGeom prst="ellipse">
            <a:avLst/>
          </a:prstGeom>
          <a:solidFill>
            <a:srgbClr val="E8635C"/>
          </a:solidFill>
          <a:ln/>
        </p:spPr>
      </p:sp>
      <p:sp>
        <p:nvSpPr>
          <p:cNvPr id="14" name="Shape 11"/>
          <p:cNvSpPr/>
          <p:nvPr/>
        </p:nvSpPr>
        <p:spPr>
          <a:xfrm>
            <a:off x="6172200" y="1911096"/>
            <a:ext cx="128016" cy="128016"/>
          </a:xfrm>
          <a:prstGeom prst="ellipse">
            <a:avLst/>
          </a:prstGeom>
          <a:solidFill>
            <a:srgbClr val="E8B93D"/>
          </a:solidFill>
          <a:ln/>
        </p:spPr>
      </p:sp>
      <p:sp>
        <p:nvSpPr>
          <p:cNvPr id="15" name="Shape 12"/>
          <p:cNvSpPr/>
          <p:nvPr/>
        </p:nvSpPr>
        <p:spPr>
          <a:xfrm>
            <a:off x="6373368" y="1911096"/>
            <a:ext cx="128016" cy="128016"/>
          </a:xfrm>
          <a:prstGeom prst="ellipse">
            <a:avLst/>
          </a:prstGeom>
          <a:solidFill>
            <a:srgbClr val="3DC24B"/>
          </a:solidFill>
          <a:ln/>
        </p:spPr>
      </p:sp>
      <p:sp>
        <p:nvSpPr>
          <p:cNvPr id="16" name="Text 13"/>
          <p:cNvSpPr/>
          <p:nvPr/>
        </p:nvSpPr>
        <p:spPr>
          <a:xfrm>
            <a:off x="6062472" y="21671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\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D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-auto-approve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06440" y="3063240"/>
            <a:ext cx="2880360" cy="1801368"/>
          </a:xfrm>
          <a:prstGeom prst="roundRect">
            <a:avLst>
              <a:gd name="adj" fmla="val 4061"/>
            </a:avLst>
          </a:prstGeom>
          <a:solidFill>
            <a:srgbClr val="EFEBFC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3200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2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3547872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→"/>
            </a:pPr>
            <a:r>
              <a:rPr lang="en-US" sz="11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20 EC2 instances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→"/>
            </a:pPr>
            <a:r>
              <a:rPr lang="en-US" sz="11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setup.sh to each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→"/>
            </a:pPr>
            <a:r>
              <a:rPr lang="en-US" sz="11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setup.sh via SSH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→"/>
            </a:pPr>
            <a:r>
              <a:rPr lang="en-US" sz="1100" dirty="0">
                <a:solidFill>
                  <a:srgbClr val="2A2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installed &amp; started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2A20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46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19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provisioners are and when to reach for them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457200" cy="45720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340864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21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local-exec, remote-exec, and file provisioners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843784"/>
            <a:ext cx="457200" cy="45720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96265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84378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null_resource for re-triggering scripts on change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584448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4655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to avoid — and their fixes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087368"/>
            <a:ext cx="457200" cy="45720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206240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4087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worked example: bootstrap EC2 with Apache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57200" y="48234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Provisioners &amp; Null Resources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8229600" y="48234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Provisioners &amp; Null Resources</dc:title>
  <dc:subject>PptxGenJS Presentation</dc:subject>
  <dc:creator>Terraform Deep Dive</dc:creator>
  <cp:lastModifiedBy>Terraform Deep Dive</cp:lastModifiedBy>
  <cp:revision>1</cp:revision>
  <dcterms:created xsi:type="dcterms:W3CDTF">2026-07-07T10:01:03Z</dcterms:created>
  <dcterms:modified xsi:type="dcterms:W3CDTF">2026-07-07T10:01:03Z</dcterms:modified>
</cp:coreProperties>
</file>