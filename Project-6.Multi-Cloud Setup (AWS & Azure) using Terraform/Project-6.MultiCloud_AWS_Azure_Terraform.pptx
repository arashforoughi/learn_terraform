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image" Target="../media/image-2-2.png"/><Relationship Id="rId5" Type="http://schemas.openxmlformats.org/officeDocument/2006/relationships/image" Target="../media/image-2-1.png"/><Relationship Id="rId6" Type="http://schemas.openxmlformats.org/officeDocument/2006/relationships/image" Target="../media/image-2-2.png"/><Relationship Id="rId7" Type="http://schemas.openxmlformats.org/officeDocument/2006/relationships/image" Target="../media/image-2-2.png"/><Relationship Id="rId8" Type="http://schemas.openxmlformats.org/officeDocument/2006/relationships/image" Target="../media/image-2-2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1600200"/>
            <a:ext cx="1554480" cy="1554480"/>
          </a:xfrm>
          <a:prstGeom prst="ellipse">
            <a:avLst/>
          </a:prstGeom>
          <a:solidFill>
            <a:srgbClr val="3B2C64"/>
          </a:solidFill>
          <a:ln/>
        </p:spPr>
      </p:sp>
      <p:pic>
        <p:nvPicPr>
          <p:cNvPr id="3" name="Image 0" descr="/home/claude/tfmc/clou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92024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0" y="3063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9966960" y="1600200"/>
            <a:ext cx="1554480" cy="1554480"/>
          </a:xfrm>
          <a:prstGeom prst="ellipse">
            <a:avLst/>
          </a:prstGeom>
          <a:solidFill>
            <a:srgbClr val="5B4B8A"/>
          </a:solidFill>
          <a:ln/>
        </p:spPr>
      </p:sp>
      <p:pic>
        <p:nvPicPr>
          <p:cNvPr id="6" name="Image 1" descr="/home/claude/tfmc/clou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1920240"/>
            <a:ext cx="914400" cy="914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66960" y="3063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9784080" y="2377440"/>
            <a:ext cx="182880" cy="0"/>
          </a:xfrm>
          <a:prstGeom prst="line">
            <a:avLst/>
          </a:prstGeom>
          <a:noFill/>
          <a:ln w="25400">
            <a:solidFill>
              <a:srgbClr val="17B890"/>
            </a:solidFill>
            <a:prstDash val="dash"/>
          </a:ln>
        </p:spPr>
      </p:sp>
      <p:sp>
        <p:nvSpPr>
          <p:cNvPr id="9" name="Text 5"/>
          <p:cNvSpPr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6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40080" y="182880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Multi-Cloud Setup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&amp; Azure using Terraform</a:t>
            </a:r>
            <a:endParaRPr lang="en-US" sz="3600" dirty="0"/>
          </a:p>
        </p:txBody>
      </p:sp>
      <p:sp>
        <p:nvSpPr>
          <p:cNvPr id="11" name="Text 7"/>
          <p:cNvSpPr/>
          <p:nvPr/>
        </p:nvSpPr>
        <p:spPr>
          <a:xfrm>
            <a:off x="640080" y="3840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C9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Terraform Codebase, Redundant Infrastructure Across Two Clouds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658368" y="4572000"/>
            <a:ext cx="1005840" cy="0"/>
          </a:xfrm>
          <a:prstGeom prst="line">
            <a:avLst/>
          </a:prstGeom>
          <a:noFill/>
          <a:ln w="38100">
            <a:solidFill>
              <a:srgbClr val="17B89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0080" y="4709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Deck  •  Terraform Fundamentals Series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the Same Infrastructure in Both Clouds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redundant infrastructure across AWS and Azure — if one cloud has an outage, the other keeps serving traffic.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F1EE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560320"/>
            <a:ext cx="594360" cy="594360"/>
          </a:xfrm>
          <a:prstGeom prst="ellipse">
            <a:avLst/>
          </a:prstGeom>
          <a:solidFill>
            <a:srgbClr val="3B2170"/>
          </a:solidFill>
          <a:ln/>
        </p:spPr>
      </p:sp>
      <p:pic>
        <p:nvPicPr>
          <p:cNvPr id="7" name="Image 0" descr="/home/claude/tfmc/clou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6974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5603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</a:t>
            </a:r>
            <a:endParaRPr lang="en-US" sz="2000" dirty="0"/>
          </a:p>
        </p:txBody>
      </p:sp>
      <p:pic>
        <p:nvPicPr>
          <p:cNvPr id="9" name="Image 1" descr="/home/claude/tfmc/check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38328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33375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— virtual machines</a:t>
            </a:r>
            <a:endParaRPr lang="en-US" sz="1400" dirty="0"/>
          </a:p>
        </p:txBody>
      </p:sp>
      <p:pic>
        <p:nvPicPr>
          <p:cNvPr id="11" name="Image 2" descr="/home/claude/tfmc/check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97764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3931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(MySQL) — managed database</a:t>
            </a:r>
            <a:endParaRPr lang="en-US" sz="1400" dirty="0"/>
          </a:p>
        </p:txBody>
      </p:sp>
      <p:pic>
        <p:nvPicPr>
          <p:cNvPr id="13" name="Image 3" descr="/home/claude/tfmc/check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72000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25880" y="45262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— application load balancer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6172200" y="228600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F1EE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6492240" y="2560320"/>
            <a:ext cx="594360" cy="594360"/>
          </a:xfrm>
          <a:prstGeom prst="ellipse">
            <a:avLst/>
          </a:prstGeom>
          <a:solidFill>
            <a:srgbClr val="5B4B8A"/>
          </a:solidFill>
          <a:ln/>
        </p:spPr>
      </p:sp>
      <p:pic>
        <p:nvPicPr>
          <p:cNvPr id="17" name="Image 4" descr="/home/claude/tfmc/clou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2697480"/>
            <a:ext cx="320040" cy="3200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269480" y="25603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</a:t>
            </a:r>
            <a:endParaRPr lang="en-US" sz="2000" dirty="0"/>
          </a:p>
        </p:txBody>
      </p:sp>
      <p:pic>
        <p:nvPicPr>
          <p:cNvPr id="19" name="Image 5" descr="/home/claude/tfmc/check_purp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3383280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949440" y="33375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Machines — compute</a:t>
            </a:r>
            <a:endParaRPr lang="en-US" sz="1400" dirty="0"/>
          </a:p>
        </p:txBody>
      </p:sp>
      <p:pic>
        <p:nvPicPr>
          <p:cNvPr id="21" name="Image 6" descr="/home/claude/tfmc/check_purp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3977640"/>
            <a:ext cx="274320" cy="27432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949440" y="3931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managed database</a:t>
            </a:r>
            <a:endParaRPr lang="en-US" sz="1400" dirty="0"/>
          </a:p>
        </p:txBody>
      </p:sp>
      <p:pic>
        <p:nvPicPr>
          <p:cNvPr id="23" name="Image 7" descr="/home/claude/tfmc/check_purp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0" y="4572000"/>
            <a:ext cx="274320" cy="27432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6949440" y="45262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 — traffic distribution</a:t>
            </a:r>
            <a:endParaRPr lang="en-US" sz="1400" dirty="0"/>
          </a:p>
        </p:txBody>
      </p:sp>
      <p:sp>
        <p:nvSpPr>
          <p:cNvPr id="25" name="Text 15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declared and managed from one Terraform codebase using the AWS and AzureRM providers.</a:t>
            </a:r>
            <a:endParaRPr lang="en-US" sz="1250" dirty="0"/>
          </a:p>
        </p:txBody>
      </p:sp>
      <p:sp>
        <p:nvSpPr>
          <p:cNvPr id="26" name="Text 1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Setup (AWS &amp; Azure) using Terraform</a:t>
            </a:r>
            <a:endParaRPr lang="en-US" sz="900" dirty="0"/>
          </a:p>
        </p:txBody>
      </p:sp>
      <p:sp>
        <p:nvSpPr>
          <p:cNvPr id="27" name="Text 17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E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Configure Multi-Cloud Terraform Providers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035040" cy="2194560"/>
          </a:xfrm>
          <a:prstGeom prst="roundRect">
            <a:avLst>
              <a:gd name="adj" fmla="val 3333"/>
            </a:avLst>
          </a:prstGeom>
          <a:solidFill>
            <a:srgbClr val="2B1B5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01952"/>
            <a:ext cx="557784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 "aws" {</a:t>
            </a:r>
            <a:endParaRPr lang="en-US" sz="15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region = "us-east-1"</a:t>
            </a:r>
            <a:endParaRPr lang="en-US" sz="15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algn="l" indent="0" marL="0">
              <a:lnSpc>
                <a:spcPct val="115000"/>
              </a:lnSpc>
              <a:buNone/>
            </a:pPr>
            <a:endParaRPr lang="en-US" sz="15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 "azurerm" {</a:t>
            </a:r>
            <a:endParaRPr lang="en-US" sz="15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features {}</a:t>
            </a:r>
            <a:endParaRPr lang="en-US" sz="15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0" y="1737360"/>
            <a:ext cx="47548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7" name="Image 0" descr="/home/claude/tfmc/chec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96596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35240" y="1965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AWS &amp; Azure providers.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132320" y="251460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resource block below will be prefixed aws_ or azurerm_ — Terraform routes each to the right cloud automatically based on its provider.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41605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for each provider are typically supplied via environment variables (e.g. AWS_ACCESS_KEY_ID, ARM_CLIENT_ID) — never hard-coded in .tf files.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Setup (AWS &amp; Azure) using Terraform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2 &amp;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Infrastructure in Each Cloud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AWS — EC2 instance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2B1B5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039112"/>
            <a:ext cx="507492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"aws_instance" "aws_vm" {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ami           = "ami-123456"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instance_type = "t3.medium"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6364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Azure — Virtual Machine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87452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2B1B5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2039112"/>
            <a:ext cx="489204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"azurerm_virtual_machine" "azure_vm" {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 = "azure-vm"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location = "East US"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resource_group_name = 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azurerm_resource_group.rg.name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vm_size  = "Standard_DS1_v2"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11064240" cy="2011680"/>
          </a:xfrm>
          <a:prstGeom prst="roundRect">
            <a:avLst>
              <a:gd name="adj" fmla="val 4545"/>
            </a:avLst>
          </a:prstGeom>
          <a:solidFill>
            <a:srgbClr val="F1EE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977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intent, different provider syntax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434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resource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931920" y="4434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aws_instance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4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azurerm_virtual_machine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4846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 parameter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931920" y="4846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instance_type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589520" y="4846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4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vm_size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5257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931920" y="5257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 + region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589520" y="5257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4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 + resource group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Setup (AWS &amp; Azure) using Terraform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E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Configure a Global Load Balancer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1500" b="1" dirty="0">
                <a:solidFill>
                  <a:srgbClr val="3B2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 alias record</a:t>
            </a:r>
            <a:pPr indent="0" marL="0">
              <a:buNone/>
            </a:pPr>
            <a:r>
              <a:rPr lang="en-US" sz="150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maps one global DNS name to infrastructure spanning both clouds.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6492240" cy="2834640"/>
          </a:xfrm>
          <a:prstGeom prst="roundRect">
            <a:avLst>
              <a:gd name="adj" fmla="val 2581"/>
            </a:avLst>
          </a:prstGeom>
          <a:solidFill>
            <a:srgbClr val="2B1B5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221992"/>
            <a:ext cx="603504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"aws_route53_record" "multi_cloud_lb" {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zone_id = var.zone_id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= "app.example.com"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    = "A"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alias {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= aws_lb.app_lb.dns_name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evaluate_target_health = true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0" y="2057400"/>
            <a:ext cx="429768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tfmc/route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28600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0" y="2286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Maps global DNS to AWS &amp; Azure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635240" y="2926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app.example.com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635240" y="3429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evaluate_target_health = true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635240" y="39319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 continuously checks endpoint health and can fail traffic over between clouds.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Setup (AWS &amp; Azure) using Terraform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Traffic Reaches Both Clouds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4480560"/>
          </a:xfrm>
          <a:prstGeom prst="roundRect">
            <a:avLst>
              <a:gd name="adj" fmla="val 2041"/>
            </a:avLst>
          </a:prstGeom>
          <a:solidFill>
            <a:srgbClr val="F1EE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166360" y="196596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2B1B54"/>
          </a:solidFill>
          <a:ln/>
        </p:spPr>
      </p:sp>
      <p:pic>
        <p:nvPicPr>
          <p:cNvPr id="6" name="Image 0" descr="/home/claude/tfmc/rou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212140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160" y="19659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48056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app.example.com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080760" y="3017520"/>
            <a:ext cx="-2651760" cy="822960"/>
          </a:xfrm>
          <a:prstGeom prst="line">
            <a:avLst/>
          </a:prstGeom>
          <a:noFill/>
          <a:ln w="22225">
            <a:solidFill>
              <a:srgbClr val="17B89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80760" y="3017520"/>
            <a:ext cx="2651760" cy="822960"/>
          </a:xfrm>
          <a:prstGeom prst="line">
            <a:avLst/>
          </a:prstGeom>
          <a:noFill/>
          <a:ln w="22225">
            <a:solidFill>
              <a:srgbClr val="17B89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63040" y="384048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3B2170"/>
          </a:solidFill>
          <a:ln/>
        </p:spPr>
      </p:sp>
      <p:pic>
        <p:nvPicPr>
          <p:cNvPr id="12" name="Image 1" descr="/home/claude/tfmc/clou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950208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03120" y="38404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ALB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463040" y="4663440"/>
            <a:ext cx="201168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3B217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463040" y="4663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EC2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1463040" y="5285232"/>
            <a:ext cx="201168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3B217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463040" y="52852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RDS (MySQL)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686800" y="384048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5B4B8A"/>
          </a:solidFill>
          <a:ln/>
        </p:spPr>
      </p:sp>
      <p:pic>
        <p:nvPicPr>
          <p:cNvPr id="19" name="Image 2" descr="/home/claude/tfmc/clou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3950208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326880" y="38404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LB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8686800" y="4663440"/>
            <a:ext cx="201168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686800" y="4663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4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VMs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686800" y="5285232"/>
            <a:ext cx="201168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686800" y="52852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4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822960" y="57150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AWS becomes unhealthy, Route 53 fails traffic over to Azure — and vice versa.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Setup (AWS &amp; Azure) using Terraform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1B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Everything Deployed Correctly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3B2C64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40280"/>
            <a:ext cx="594360" cy="594360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AWS VM &amp; RDS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035040" y="2212848"/>
            <a:ext cx="5212080" cy="640080"/>
          </a:xfrm>
          <a:prstGeom prst="roundRect">
            <a:avLst>
              <a:gd name="adj" fmla="val 11429"/>
            </a:avLst>
          </a:prstGeom>
          <a:solidFill>
            <a:srgbClr val="2B1B54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221284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aws ec2 describe-instances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3B2C64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3703320"/>
            <a:ext cx="594360" cy="594360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703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91640" y="35661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Azure VM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035040" y="3675888"/>
            <a:ext cx="5212080" cy="640080"/>
          </a:xfrm>
          <a:prstGeom prst="roundRect">
            <a:avLst>
              <a:gd name="adj" fmla="val 11429"/>
            </a:avLst>
          </a:prstGeom>
          <a:solidFill>
            <a:srgbClr val="2B1B54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367588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az vm list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3B2C64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5166360"/>
            <a:ext cx="594360" cy="594360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166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91640" y="5029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Global Load Balancer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6035040" y="5138928"/>
            <a:ext cx="5212080" cy="640080"/>
          </a:xfrm>
          <a:prstGeom prst="roundRect">
            <a:avLst>
              <a:gd name="adj" fmla="val 11429"/>
            </a:avLst>
          </a:prstGeom>
          <a:solidFill>
            <a:srgbClr val="2B1B54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513892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nslookup app.example.com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Setup (AWS &amp; Azure) using Terraform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6 SUMMARY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Have Built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1EE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38528"/>
            <a:ext cx="512064" cy="512064"/>
          </a:xfrm>
          <a:prstGeom prst="ellipse">
            <a:avLst/>
          </a:prstGeom>
          <a:solidFill>
            <a:srgbClr val="3B2170"/>
          </a:solidFill>
          <a:ln/>
        </p:spPr>
      </p:sp>
      <p:pic>
        <p:nvPicPr>
          <p:cNvPr id="6" name="Image 0" descr="/home/claude/tfmc/cloud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0574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373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&amp; Azure providers configured in one codebase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7889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1EEFC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2990088"/>
            <a:ext cx="512064" cy="512064"/>
          </a:xfrm>
          <a:prstGeom prst="ellipse">
            <a:avLst/>
          </a:prstGeom>
          <a:solidFill>
            <a:srgbClr val="3B2170"/>
          </a:solidFill>
          <a:ln/>
        </p:spPr>
      </p:sp>
      <p:pic>
        <p:nvPicPr>
          <p:cNvPr id="10" name="Image 1" descr="/home/claude/tfmc/server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31089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7889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 in AWS and Virtual Machine in Azure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48640" y="384048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1EEFC"/>
          </a:solidFill>
          <a:ln/>
        </p:spPr>
      </p:sp>
      <p:sp>
        <p:nvSpPr>
          <p:cNvPr id="13" name="Shape 9"/>
          <p:cNvSpPr/>
          <p:nvPr/>
        </p:nvSpPr>
        <p:spPr>
          <a:xfrm>
            <a:off x="777240" y="4041648"/>
            <a:ext cx="512064" cy="512064"/>
          </a:xfrm>
          <a:prstGeom prst="ellipse">
            <a:avLst/>
          </a:prstGeom>
          <a:solidFill>
            <a:srgbClr val="3B2170"/>
          </a:solidFill>
          <a:ln/>
        </p:spPr>
      </p:sp>
      <p:pic>
        <p:nvPicPr>
          <p:cNvPr id="14" name="Image 2" descr="/home/claude/tfmc/database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416052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8404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(MySQL) in AWS and PostgreSQL in Azure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48640" y="48920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1EEFC"/>
          </a:solidFill>
          <a:ln/>
        </p:spPr>
      </p:sp>
      <p:sp>
        <p:nvSpPr>
          <p:cNvPr id="17" name="Shape 12"/>
          <p:cNvSpPr/>
          <p:nvPr/>
        </p:nvSpPr>
        <p:spPr>
          <a:xfrm>
            <a:off x="777240" y="5093208"/>
            <a:ext cx="512064" cy="512064"/>
          </a:xfrm>
          <a:prstGeom prst="ellipse">
            <a:avLst/>
          </a:prstGeom>
          <a:solidFill>
            <a:srgbClr val="3B2170"/>
          </a:solidFill>
          <a:ln/>
        </p:spPr>
      </p:sp>
      <p:pic>
        <p:nvPicPr>
          <p:cNvPr id="18" name="Image 3" descr="/home/claude/tfmc/route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521208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48920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 global DNS record routing to both clouds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548640" y="60350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2B1B54"/>
          </a:solidFill>
          <a:ln/>
        </p:spPr>
      </p:sp>
      <p:pic>
        <p:nvPicPr>
          <p:cNvPr id="21" name="Image 4" descr="/home/claude/tfmc/rocket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6236208"/>
            <a:ext cx="502920" cy="5029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554480" y="60350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redundant infrastructure across two clouds, with automatic DNS failover.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Setup (AWS &amp; Azure) using Terraform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Multi-Cloud Setup (AWS &amp; Azure) using Terraform</dc:title>
  <dc:subject>PptxGenJS Presentation</dc:subject>
  <dc:creator>Terraform Training</dc:creator>
  <cp:lastModifiedBy>Terraform Training</cp:lastModifiedBy>
  <cp:revision>1</cp:revision>
  <dcterms:created xsi:type="dcterms:W3CDTF">2026-07-07T20:11:59Z</dcterms:created>
  <dcterms:modified xsi:type="dcterms:W3CDTF">2026-07-07T20:11:59Z</dcterms:modified>
</cp:coreProperties>
</file>