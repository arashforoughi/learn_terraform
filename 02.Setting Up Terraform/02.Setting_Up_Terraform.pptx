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3D2E6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822960"/>
            <a:ext cx="3108960" cy="3108960"/>
          </a:xfrm>
          <a:prstGeom prst="ellipse">
            <a:avLst/>
          </a:prstGeom>
          <a:solidFill>
            <a:srgbClr val="1B143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44348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Terraform, connect it to AWS, Azure, and GCP, and write your first infrastructure-as-code configuration.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502920" cy="502920"/>
          </a:xfrm>
          <a:prstGeom prst="ellipse">
            <a:avLst/>
          </a:prstGeom>
          <a:solidFill>
            <a:srgbClr val="7C4D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552069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539496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walkthrough you can teach from, live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 from zero to a running EC2 instance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2EE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8575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20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Terraform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68680" y="41605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it up on Linux, macOS, or Windows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7472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2EE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70332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370332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340" y="285750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520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providers</a:t>
            </a:r>
            <a:endParaRPr lang="en-US" sz="1650" dirty="0"/>
          </a:p>
        </p:txBody>
      </p:sp>
      <p:sp>
        <p:nvSpPr>
          <p:cNvPr id="15" name="Text 11"/>
          <p:cNvSpPr/>
          <p:nvPr/>
        </p:nvSpPr>
        <p:spPr>
          <a:xfrm>
            <a:off x="3703320" y="41605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against AWS, Azure, and GCP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0936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2EE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53796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53796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980" y="285750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37960" y="3520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HCL &amp; the CLI</a:t>
            </a:r>
            <a:endParaRPr lang="en-US" sz="1650" dirty="0"/>
          </a:p>
        </p:txBody>
      </p:sp>
      <p:sp>
        <p:nvSpPr>
          <p:cNvPr id="21" name="Text 16"/>
          <p:cNvSpPr/>
          <p:nvPr/>
        </p:nvSpPr>
        <p:spPr>
          <a:xfrm>
            <a:off x="6537960" y="41605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and commands that drive everything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14400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F2EEFB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372600" y="2148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BF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9372600" y="2697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2620" y="2857500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372600" y="35204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destroy</a:t>
            </a:r>
            <a:endParaRPr lang="en-US" sz="1650" dirty="0"/>
          </a:p>
        </p:txBody>
      </p:sp>
      <p:sp>
        <p:nvSpPr>
          <p:cNvPr id="27" name="Text 21"/>
          <p:cNvSpPr/>
          <p:nvPr/>
        </p:nvSpPr>
        <p:spPr>
          <a:xfrm>
            <a:off x="9372600" y="4160520"/>
            <a:ext cx="2057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 real EC2 instance, then tear it down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INSTALLING TERRAFORM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runs on every major 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path for your platform — the install method differs, but the end result (the terraform CLI on your PATH) is the same.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0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57400" y="2697480"/>
            <a:ext cx="822960" cy="8229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3140" y="29032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0584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/ Debian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09728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 + HashiCorp GPG key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80560" y="233172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0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15000" y="2697480"/>
            <a:ext cx="822960" cy="8229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90322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6344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Homebrew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75488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brew tap hashicorp/tap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2331720"/>
            <a:ext cx="32918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5E0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372600" y="2697480"/>
            <a:ext cx="822960" cy="8229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90322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321040" y="4206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install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8412480" y="46634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binary → add to PATH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822960" y="5623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any install with </a:t>
            </a:r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version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LINUX (UBUNTU/DEBIAN)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commands, one CLI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966960" y="548640"/>
            <a:ext cx="1371600" cy="137160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570" y="857250"/>
            <a:ext cx="754380" cy="7543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37360"/>
            <a:ext cx="10881360" cy="3931920"/>
          </a:xfrm>
          <a:prstGeom prst="roundRect">
            <a:avLst>
              <a:gd name="adj" fmla="val 1860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96112" y="1920240"/>
            <a:ext cx="10369296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 &amp;&amp; sudo apt install -y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gnupg software-properties-common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wget -O- https://apt.releases.hashicorp.com/gpg |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sudo gpg --dearmor -o /usr/share/keyrings/hashicorp-archive-keyring.gpg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"deb [signed-by=...] https://apt.releases.hashicorp.com \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$(lsb_release -cs) main" | sudo tee /etc/apt/sources.list.d/hashicorp.list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update &amp;&amp; sudo apt install -y terraform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" y="585216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2EEF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852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Verify:  </a:t>
            </a:r>
            <a:pPr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version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MACOS &amp; WINDOWS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quicker paths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85166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(Homebrew)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" y="2697480"/>
            <a:ext cx="48828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tap hashicorp/tap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hashicorp/tap/terraform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terraform version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691640"/>
            <a:ext cx="640080" cy="64008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80" y="18516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86600" y="17373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(manual)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309360" y="2514600"/>
            <a:ext cx="365760" cy="36576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3" name="Text 9"/>
          <p:cNvSpPr/>
          <p:nvPr/>
        </p:nvSpPr>
        <p:spPr>
          <a:xfrm>
            <a:off x="63093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12280" y="24688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Terraform from the official HashiCorp site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309360" y="3136392"/>
            <a:ext cx="365760" cy="36576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6" name="Text 12"/>
          <p:cNvSpPr/>
          <p:nvPr/>
        </p:nvSpPr>
        <p:spPr>
          <a:xfrm>
            <a:off x="6309360" y="3136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12280" y="309067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binary and add it to the system PATH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309360" y="3758184"/>
            <a:ext cx="365760" cy="36576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19" name="Text 15"/>
          <p:cNvSpPr/>
          <p:nvPr/>
        </p:nvSpPr>
        <p:spPr>
          <a:xfrm>
            <a:off x="6309360" y="37581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12280" y="371246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Command Prompt and verify the install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309360" y="452628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565392" y="470916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terraform version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080760" y="1554480"/>
            <a:ext cx="10973" cy="4023360"/>
          </a:xfrm>
          <a:prstGeom prst="rect">
            <a:avLst/>
          </a:prstGeom>
          <a:solidFill>
            <a:srgbClr val="F0EDF7"/>
          </a:solidFill>
          <a:ln/>
        </p:spPr>
      </p:sp>
      <p:sp>
        <p:nvSpPr>
          <p:cNvPr id="24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3D2E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CONFIGURING CLOUD PROVIDERS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Terraform needs credentials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talk to the cloud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provider you target, Terraform authenticates using that provider's own CLI and credential files — it doesn't invent its own login system.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B143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520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3691890"/>
            <a:ext cx="342900" cy="342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3584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configure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5486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~/.aws/credentials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43400" y="320040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B143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17720" y="3520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9170" y="3691890"/>
            <a:ext cx="342900" cy="3429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3584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1772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login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17720" y="5486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 session cache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46720" y="320040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1B1430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3520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3691890"/>
            <a:ext cx="342900" cy="3429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358444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321040" y="4572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gcloud auth application-default login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321040" y="5486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Default Credentials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AWS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AWS for Terraform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0" y="548640"/>
            <a:ext cx="1280160" cy="12801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8686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 the AWS CLI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96112" y="2286000"/>
            <a:ext cx="48828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awscli -y   # Ubuntu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awscli          # macOS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Run aws configure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79476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96112" y="3977640"/>
            <a:ext cx="4882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aws configure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355080" y="1691640"/>
            <a:ext cx="5166360" cy="2834640"/>
          </a:xfrm>
          <a:prstGeom prst="roundRect">
            <a:avLst>
              <a:gd name="adj" fmla="val 3226"/>
            </a:avLst>
          </a:prstGeom>
          <a:solidFill>
            <a:srgbClr val="F2EEFB"/>
          </a:solidFill>
          <a:ln/>
        </p:spPr>
      </p:sp>
      <p:sp>
        <p:nvSpPr>
          <p:cNvPr id="13" name="Text 10"/>
          <p:cNvSpPr/>
          <p:nvPr/>
        </p:nvSpPr>
        <p:spPr>
          <a:xfrm>
            <a:off x="662940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prompt for: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629400" y="233172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3466" y="2405786"/>
            <a:ext cx="181051" cy="1810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86600" y="23317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Access Key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629400" y="288036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466" y="2954426"/>
            <a:ext cx="181051" cy="1810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288036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Secret Key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629400" y="34290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3466" y="3503066"/>
            <a:ext cx="181051" cy="1810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86600" y="342900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region (e.g. us-east-1)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629400" y="397764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3466" y="4051706"/>
            <a:ext cx="181051" cy="181051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397764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format (json recommended)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355080" y="4754880"/>
            <a:ext cx="5166360" cy="960120"/>
          </a:xfrm>
          <a:prstGeom prst="roundRect">
            <a:avLst>
              <a:gd name="adj" fmla="val 7619"/>
            </a:avLst>
          </a:prstGeom>
          <a:solidFill>
            <a:srgbClr val="241B3A"/>
          </a:solidFill>
          <a:ln/>
        </p:spPr>
      </p:sp>
      <p:sp>
        <p:nvSpPr>
          <p:cNvPr id="27" name="Shape 20"/>
          <p:cNvSpPr/>
          <p:nvPr/>
        </p:nvSpPr>
        <p:spPr>
          <a:xfrm>
            <a:off x="6583680" y="4937760"/>
            <a:ext cx="502920" cy="50292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9410" y="506349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223760" y="4864608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~/.aws/credentials (Linux/macOS) or C:\Users\YourUser\.aws\credentials (Windows)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— AZURE &amp; GCP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Rounding out the big three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602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57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Azure CLI: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310896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70432" y="3291840"/>
            <a:ext cx="4288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curl -sL https://aka.ms/InstallAzureCLIDeb \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| sudo bash     # Linux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azure-cli   # macOS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log in: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8463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70432" y="5029200"/>
            <a:ext cx="4288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az login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0F2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0" y="2011680"/>
            <a:ext cx="594360" cy="59436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0830" y="2160270"/>
            <a:ext cx="297180" cy="2971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23760" y="2057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49224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Google Cloud SDK: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492240" y="310896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6748272" y="3291840"/>
            <a:ext cx="42885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google-cloud-sdk -y  # Ubuntu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google-cloud-sdk         # macOS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49224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authenticate: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4846320"/>
            <a:ext cx="4800600" cy="777240"/>
          </a:xfrm>
          <a:prstGeom prst="roundRect">
            <a:avLst>
              <a:gd name="adj" fmla="val 9412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/>
          <p:nvPr/>
        </p:nvSpPr>
        <p:spPr>
          <a:xfrm>
            <a:off x="6748272" y="5029200"/>
            <a:ext cx="4288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gcloud auth application-default login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HASHICORP CONFIGURATION LANGUAGE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HCL: how you describe infrastructure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6126480" cy="3291840"/>
          </a:xfrm>
          <a:prstGeom prst="roundRect">
            <a:avLst>
              <a:gd name="adj" fmla="val 2222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83080"/>
            <a:ext cx="56144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       # Define the cloud provider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 # Specify the region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"example" {  # Define an EC2 instance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086600" y="1691640"/>
            <a:ext cx="502920" cy="50292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2330" y="181737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0" y="16642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0" y="203911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end state; Terraform figures out how to get there.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086600" y="2743200"/>
            <a:ext cx="502920" cy="50292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330" y="2868930"/>
            <a:ext cx="251460" cy="251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772400" y="309067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components are reusable across projects.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086600" y="3794760"/>
            <a:ext cx="502920" cy="50292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2330" y="3920490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0" y="376732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7772400" y="4142232"/>
            <a:ext cx="3794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read and write than raw JSON or YAML.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— TERRAFORM CLI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commands you'll use constantly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4480560"/>
        </p:xfrm>
        <a:graphic>
          <a:graphicData uri="http://schemas.openxmlformats.org/drawingml/2006/table">
            <a:tbl>
              <a:tblPr/>
              <a:tblGrid>
                <a:gridCol w="3840480"/>
                <a:gridCol w="7040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COMMAND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init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Initializes a new or existing Terraform project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plan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what Terraform will change before applying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apply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Creates or updates 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destroy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Destroys all resources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fmt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Formats the configuration files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C4D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terraform validate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4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syntax errors in Terraform 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E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1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project, then main.tf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launch a single EC2 instance on AWS using Terraform.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Create the project directory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65176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96112" y="2834640"/>
            <a:ext cx="10369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terraform-ec2 &amp;&amp; cd terraform-ec2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touch main.tf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548640" cy="548640"/>
          </a:xfrm>
          <a:prstGeom prst="ellipse">
            <a:avLst/>
          </a:prstGeom>
          <a:solidFill>
            <a:srgbClr val="F2EEF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1148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Define the EC2 instance in main.tf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40080" y="4617720"/>
            <a:ext cx="10881360" cy="2148840"/>
          </a:xfrm>
          <a:prstGeom prst="roundRect">
            <a:avLst>
              <a:gd name="adj" fmla="val 3404"/>
            </a:avLst>
          </a:prstGeom>
          <a:solidFill>
            <a:srgbClr val="1B1430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96112" y="4800600"/>
            <a:ext cx="10369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 "aws"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 = "us-east-1"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"aws_instance" "my_instance"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ami           = "ami-0c55b159cbfafe1f0" # Amazon Linux 2 AMI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instance_type = "t2.micro"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tags = {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= "MyTerraformInstance"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2E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3D2E6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EXAMPLE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init to teardown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60120" y="2011680"/>
            <a:ext cx="0" cy="3584448"/>
          </a:xfrm>
          <a:prstGeom prst="line">
            <a:avLst/>
          </a:prstGeom>
          <a:noFill/>
          <a:ln w="25400">
            <a:solidFill>
              <a:srgbClr val="3D2E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385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7647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init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0" y="176479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 AWS provider plugin and creates .terraform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79192"/>
            <a:ext cx="640080" cy="64008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8346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609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plan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660904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exactly which resources will be created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3575304"/>
            <a:ext cx="640080" cy="64008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7307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355701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apply -auto-approve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400800" y="355701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the EC2 instance and prints its public IP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471416"/>
            <a:ext cx="640080" cy="64008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626864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63040" y="44531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ec2 describe-instances ...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6400800" y="445312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MyTerraformInstance is running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0080" y="5367528"/>
            <a:ext cx="640080" cy="64008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522976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5349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CE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 destroy -auto-approve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6400800" y="534924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everything defined in main.tf — no surprise costs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1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3D2E6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· RECAP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now have Terraform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and running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384048" cy="384048"/>
          </a:xfrm>
          <a:prstGeom prst="ellipse">
            <a:avLst/>
          </a:prstGeom>
          <a:solidFill>
            <a:srgbClr val="1B143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651" y="2921051"/>
            <a:ext cx="211226" cy="2112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816352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Terraform on your platform of choice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77240" y="3401568"/>
            <a:ext cx="384048" cy="384048"/>
          </a:xfrm>
          <a:prstGeom prst="ellipse">
            <a:avLst/>
          </a:prstGeom>
          <a:solidFill>
            <a:srgbClr val="1B143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651" y="3487979"/>
            <a:ext cx="211226" cy="2112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383280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AWS credentials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77240" y="3968496"/>
            <a:ext cx="384048" cy="384048"/>
          </a:xfrm>
          <a:prstGeom prst="ellipse">
            <a:avLst/>
          </a:prstGeom>
          <a:solidFill>
            <a:srgbClr val="1B143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651" y="4054907"/>
            <a:ext cx="211226" cy="2112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3950208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the core Terraform CLI commands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777240" y="4535424"/>
            <a:ext cx="384048" cy="384048"/>
          </a:xfrm>
          <a:prstGeom prst="ellipse">
            <a:avLst/>
          </a:prstGeom>
          <a:solidFill>
            <a:srgbClr val="1B1430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651" y="4621835"/>
            <a:ext cx="211226" cy="21122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4517136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EC2 instance using Terraform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777240" y="5102352"/>
            <a:ext cx="384048" cy="384048"/>
          </a:xfrm>
          <a:prstGeom prst="ellipse">
            <a:avLst/>
          </a:prstGeom>
          <a:solidFill>
            <a:srgbClr val="1B1430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651" y="5188763"/>
            <a:ext cx="211226" cy="21122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25880" y="5084064"/>
            <a:ext cx="6035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Destroyed the infrastructure cleanly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498080" y="283464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1B1430"/>
          </a:solidFill>
          <a:ln/>
        </p:spPr>
      </p:sp>
      <p:sp>
        <p:nvSpPr>
          <p:cNvPr id="21" name="Shape 14"/>
          <p:cNvSpPr/>
          <p:nvPr/>
        </p:nvSpPr>
        <p:spPr>
          <a:xfrm>
            <a:off x="7818120" y="3108960"/>
            <a:ext cx="548640" cy="548640"/>
          </a:xfrm>
          <a:prstGeom prst="ellipse">
            <a:avLst/>
          </a:prstGeom>
          <a:solidFill>
            <a:srgbClr val="3D2E63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0" y="324612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503920" y="31821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500" dirty="0"/>
          </a:p>
        </p:txBody>
      </p:sp>
      <p:sp>
        <p:nvSpPr>
          <p:cNvPr id="24" name="Text 16"/>
          <p:cNvSpPr/>
          <p:nvPr/>
        </p:nvSpPr>
        <p:spPr>
          <a:xfrm>
            <a:off x="7818120" y="3794760"/>
            <a:ext cx="3429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dives into Terraform state — how it's tracked, why it matters, and how to manage it as a team.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CHAPTER 2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93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Up Terraform</dc:title>
  <dc:subject>PptxGenJS Presentation</dc:subject>
  <dc:creator>Terraform Guide</dc:creator>
  <cp:lastModifiedBy>Terraform Guide</cp:lastModifiedBy>
  <cp:revision>1</cp:revision>
  <dcterms:created xsi:type="dcterms:W3CDTF">2026-07-07T09:47:15Z</dcterms:created>
  <dcterms:modified xsi:type="dcterms:W3CDTF">2026-07-07T09:47:15Z</dcterms:modified>
</cp:coreProperties>
</file>