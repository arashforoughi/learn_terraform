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Security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secrets, securing state files, and enforcing role-based access control in Terraform-managed infrastructure.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5568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54406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91840" y="544068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55686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54406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60720" y="544068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55686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54406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has no built-in secrets manager — security has to be engineered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86584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576779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677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88920" y="224942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Secrets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88920" y="2670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vars, AWS SSM Parameter Store, and HashiCorp Vault instead of hardcoded credentials.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584448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867912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" y="4058107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788920" y="37307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State Files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788920" y="41513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encrypted backends, state locking, and IAM access restrictions.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5065776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534924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553943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5230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788920" y="5212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2788920" y="563270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over static keys, and scoping what Terraform is allowed to touch.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· MANAGING SECRETS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Has No Built-In Secret Manager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sensitive values — API keys, passwords, tokens — can end up in: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23253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 .tf files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487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 committed straight into version control.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090672"/>
            <a:ext cx="502920" cy="5029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22143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723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files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3383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attributes — including secrets — are stored unencrypted by default.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986784"/>
            <a:ext cx="502920" cy="5029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117543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968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logs &amp; output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2588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and CI/CD logs can leak values during apply/plan.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949440" y="155448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31520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FIX IT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0" y="2331720"/>
            <a:ext cx="566928" cy="566928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601" y="247912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0" y="2313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04672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— pulled automatically by the AWS provider.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15200" y="3310128"/>
            <a:ext cx="566928" cy="566928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601" y="3457529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46720" y="3291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SSM Parameter Store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046720" y="3584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encrypted, referenced via data source.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315200" y="4288536"/>
            <a:ext cx="566928" cy="566928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601" y="4435937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46720" y="4270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HashiCorp Vault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046720" y="45628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secrets, tightest control, most setup.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· MANAGING SECRETS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Hardcoding Secrets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75520" y="777240"/>
            <a:ext cx="822960" cy="82296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490" y="99121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6949440" cy="1920240"/>
          </a:xfrm>
          <a:prstGeom prst="roundRect">
            <a:avLst>
              <a:gd name="adj" fmla="val 2857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2880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access_key = "AKIAEXAMPLE"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secret_key = "SECRET12345"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18120" y="1691640"/>
            <a:ext cx="3749040" cy="1920240"/>
          </a:xfrm>
          <a:prstGeom prst="roundRect">
            <a:avLst>
              <a:gd name="adj" fmla="val 4286"/>
            </a:avLst>
          </a:prstGeom>
          <a:solidFill>
            <a:srgbClr val="FCEBEA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9202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are stored in plaintext inside the .tf file — anyone with repo access (or a leaked commit) has your AWS keys.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instruction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3434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a secret is compromised permanently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the key does not remove it from git history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can re-expose the same values even after cleanup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· MANAGING SECRETS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Environment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75520" y="777240"/>
            <a:ext cx="822960" cy="822960"/>
          </a:xfrm>
          <a:prstGeom prst="ellipse">
            <a:avLst/>
          </a:prstGeom>
          <a:solidFill>
            <a:srgbClr val="1E8E5A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490" y="99121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6276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environment variables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AWS_ACCESS_KEY_ID="AKIAEXAMPLE"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AWS_SECRET_ACCESS_KEY="SECRET12345"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3227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them in Terraform — no keys needed in code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3703320"/>
            <a:ext cx="6949440" cy="123444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8404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818120" y="3703320"/>
            <a:ext cx="3749040" cy="1234440"/>
          </a:xfrm>
          <a:prstGeom prst="roundRect">
            <a:avLst>
              <a:gd name="adj" fmla="val 6667"/>
            </a:avLst>
          </a:prstGeom>
          <a:solidFill>
            <a:srgbClr val="E9F7EF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382219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automatically picks up credentials from the environment — nothing to hardcode, nothing to leak.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note: pair this with a .gitignore for .env / .tfvars files containing local overrides.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· MANAGING SECRETS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Secrets in AWS SSM Parameter Store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Store the secret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48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ssm put-parameter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 "db_password"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--value "SuperSecret123"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--type "SecureString"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0936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Retrieve it in Terraform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201168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"aws_ssm_parameter" "db_password" {</a:t>
            </a:r>
            <a:endParaRPr lang="en-US" sz="11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"db_password"</a:t>
            </a:r>
            <a:endParaRPr lang="en-US" sz="11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40080" y="384048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4F7FE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1E8E5A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42812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397764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better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SecureString values are encrypted at rest with KMS, access is controlled through IAM policy, and Terraform only ever reads the reference — never a hardcoded value. Rotation happens outside your codebase.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· MANAGING SECRETS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HashiCorp Vault for Advanced Secret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stores secrets encrypted and can generate them dynamically on demand — the strongest option of the three.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Store a secret in Vault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487168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E1230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243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vault kv put secret/aws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access_key="AKIAEXAMPLE"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secret_key="SECRET12345"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Retrieve it in Terraform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2487168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0E1230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62432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"vault_generic_secret" "aws" {</a:t>
            </a:r>
            <a:endParaRPr lang="en-US" sz="11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= "secret/aws"</a:t>
            </a:r>
            <a:endParaRPr lang="en-US" sz="11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10881360" cy="1508760"/>
          </a:xfrm>
          <a:prstGeom prst="roundRect">
            <a:avLst>
              <a:gd name="adj" fmla="val 3636"/>
            </a:avLst>
          </a:prstGeom>
          <a:solidFill>
            <a:srgbClr val="0E1230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2519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access_key = data.vault_generic_secret.aws.data["access_key"]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secret_key = data.vault_generic_secret.aws.data["secret_key"]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· SECURING STATE FILES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State File Knows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 records the full resource graph — including attributes that were marked sensitive in configuration.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CEBEA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27267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State File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60120" y="33375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unencrypted on disk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locking — concurrent applies corrupt 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accidentally commit to git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2860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E9F7EF"/>
          </a:solidFill>
          <a:ln/>
        </p:spPr>
      </p:sp>
      <p:sp>
        <p:nvSpPr>
          <p:cNvPr id="13" name="Shape 9"/>
          <p:cNvSpPr/>
          <p:nvPr/>
        </p:nvSpPr>
        <p:spPr>
          <a:xfrm>
            <a:off x="6537960" y="2560320"/>
            <a:ext cx="640080" cy="640080"/>
          </a:xfrm>
          <a:prstGeom prst="ellipse">
            <a:avLst/>
          </a:prstGeom>
          <a:solidFill>
            <a:srgbClr val="1E8E5A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1" y="272674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Encrypted Backend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583680" y="33375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(e.g. S3 + KMS)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via DynamoDB prevents races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 centrally via IAM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· SECURING STATE FILES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State: S3 + DynamoDB Locking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673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S3 bucket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2860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s3 mb s3://my-terraform-state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s3api put-bucket-versioning \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--bucket my-terraform-state \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--versioning-configuration Status=Enabled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1673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locking with DynamoDB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21488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2860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dynamodb create-table \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--table-name terraform-lock \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--attribute-definitions \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AttributeName=LockID,AttributeType=S \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--key-schema AttributeName=LockID,KeyType=HASH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Configure the Terraform backend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4805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6177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"s3" {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        = "my-terraform-state"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= "terraform.tfstate"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        = "us-east-1"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        = true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dynamodb_table = "terraform-lock"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· SECURING STATE FILES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State Access with IAM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6492240" cy="3749040"/>
          </a:xfrm>
          <a:prstGeom prst="roundRect">
            <a:avLst>
              <a:gd name="adj" fmla="val 1463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28800"/>
            <a:ext cx="6035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"Effect": "Deny",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"Action": "s3:GetObject",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"Resource": "arn:aws:s3:::my-terraform-state/terraform.tfstate",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"Condition":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"StringNotEqualsIfExists":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"aws:username": "terraform-user"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60920" y="169164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4F7FE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policy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35240" y="233172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Denies s3:GetObject on the state object by default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carves out an exception for one IAM identity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is blocked from reading the raw state — even though it's in a shared bucket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bucket policies + least-privilege roles for defense in depth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· ROLE-BASED ACCESS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IAM Roles, Not Static Credentials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the role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iam create-role \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--role-name TerraformRole \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--assume-role-policy-document \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file://trust-policy.json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630936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Assume it in Terraform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1031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assume_role {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role_arn = "arn:aws:iam::123456789012:role/TerraformRole"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40080" y="38862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E9F7EF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1E8E5A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402336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temporary, auto-expiring credentials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access keys to rotate, leak, or accidentally commit — STS issues short-lived tokens for each Terraform run instead.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· ROLE-BASED ACCESS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What Terraform Is Allowed to Touch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allow EC2 lifecycle actions only; everything else (S3, RDS, IAM, …) stays denied by default.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6126480" cy="3337560"/>
          </a:xfrm>
          <a:prstGeom prst="roundRect">
            <a:avLst>
              <a:gd name="adj" fmla="val 1644"/>
            </a:avLst>
          </a:prstGeom>
          <a:solidFill>
            <a:srgbClr val="1B1F3B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86000"/>
            <a:ext cx="5669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"Effect": "Allow",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"Action":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"ec2:RunInstances",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"ec2:TerminateInstances",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"ec2:DescribeInstances"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"Resource": "*"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40880" y="2148840"/>
            <a:ext cx="4480560" cy="3337560"/>
          </a:xfrm>
          <a:prstGeom prst="roundRect">
            <a:avLst>
              <a:gd name="adj" fmla="val 2740"/>
            </a:avLst>
          </a:prstGeom>
          <a:solidFill>
            <a:srgbClr val="F4F7F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scope by service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0" y="2788920"/>
            <a:ext cx="3977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shrinks — a compromised run or bad plan can't touch RDS, S3, or IAM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Codifies least privilege directly alongside infrastructure code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naturally with separate roles per environment (dev / staging / prod)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Store AWS Credentials Securely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0" y="749808"/>
            <a:ext cx="777240" cy="77724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951890"/>
            <a:ext cx="373075" cy="373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41A47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201716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2423160"/>
            <a:ext cx="4709160" cy="1417320"/>
          </a:xfrm>
          <a:prstGeom prst="roundRect">
            <a:avLst>
              <a:gd name="adj" fmla="val 3871"/>
            </a:avLst>
          </a:prstGeom>
          <a:solidFill>
            <a:srgbClr val="0E1230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43000" y="256032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access_key = "AKIAEXAMPLE"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secret_key = "SECRET12345"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14400" y="3977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sensitive information directly in code.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164592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41A47"/>
          </a:solidFill>
          <a:ln/>
        </p:spPr>
      </p:sp>
      <p:sp>
        <p:nvSpPr>
          <p:cNvPr id="14" name="Shape 10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1E8E5A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20171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537960" y="2423160"/>
            <a:ext cx="4709160" cy="1417320"/>
          </a:xfrm>
          <a:prstGeom prst="roundRect">
            <a:avLst>
              <a:gd name="adj" fmla="val 3871"/>
            </a:avLst>
          </a:prstGeom>
          <a:solidFill>
            <a:srgbClr val="0E1230"/>
          </a:solidFill>
          <a:ln w="12700">
            <a:solidFill>
              <a:srgbClr val="0E123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66560" y="256032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AWS_ACCESS_KEY_ID="..."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AWS_SECRET_ACCESS_KEY="..."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6537960" y="3977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F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retrieves credentials from the environment automatically — nothing to leak.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Terraform Security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SUMMARY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secrets in Terraform configuration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18223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66420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Vault, AWS SSM, or environment variables for secret management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08152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Terraform state with remote backends and encryption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63640" y="3108960"/>
            <a:ext cx="502920" cy="50292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399" y="323971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308152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state files with IAM policies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465703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4988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IAM roles instead of static credentials for Terraform execution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263640" y="4526280"/>
            <a:ext cx="502920" cy="502920"/>
          </a:xfrm>
          <a:prstGeom prst="ellipse">
            <a:avLst/>
          </a:prstGeom>
          <a:solidFill>
            <a:srgbClr val="2FB8C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399" y="4657039"/>
            <a:ext cx="241402" cy="24140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44988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Terraform's permissions to only the resources it needs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Best Practices  ·  End of Chapter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Security Best Practices</dc:title>
  <dc:subject>PptxGenJS Presentation</dc:subject>
  <dc:creator>Terraform Security</dc:creator>
  <cp:lastModifiedBy>Terraform Security</cp:lastModifiedBy>
  <cp:revision>1</cp:revision>
  <dcterms:created xsi:type="dcterms:W3CDTF">2026-07-07T10:31:20Z</dcterms:created>
  <dcterms:modified xsi:type="dcterms:W3CDTF">2026-07-07T10:31:20Z</dcterms:modified>
</cp:coreProperties>
</file>