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for Chapter 11: Handling Terraform Errors &amp; Debugging. Introduce the scope: error categories, debug logging, key CLI commands, and a hands-on troubleshooting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four sections in this chapter. Set expectations that this is both conceptual (error types, log levels) and hands-on (a real scenario).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error category. Emphasize that syntax and validation errors are caught before apply, while dependency, provider, and state errors can surface at plan/apply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classic HCL syntax mistake: forgetting the equals sign. Point out this is caught immediately, before any plan or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TF_LOG levels. TRACE is the most verbose (all internals), ERROR is the least (only critical failures). Most day-to-day debugging uses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two common workflows: streaming logs to the console vs. redirecting them to a persistent file with TF_LOG_PATH, useful for sharing logs or CI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fmt and validate are your first line of defense — fmt for style, validate for catching config errors before you ever touch real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taint forces recreation of a specific resource; refresh reconciles state with reality after out-of-band manual changes. Both are targeted tools, not first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scenario: an EC2 instance defined with instance_type = var.instance_size fails to create. Step 1 is always terraform validate — it catches the missing variable declaration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2-4 finish the scenario: debug mode reveals an invalid AMI, taint forces a clean recreate once the AMI is fixed, and refresh reconciles state with the real infrastructure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key takeaways. Encourage the audience to make terraform validate a habit before every apply, and to reach for TF_LOG only when they need deeper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5C4E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5C4EE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Terraform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&amp; Debugging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syntax, validation, dependency, provider, and state errors — then fix them with fmt, validate, taint, and refresh.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527746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760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57400" y="521208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80" y="52774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5760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521208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220" y="527746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63240" y="5760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26280" y="521208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660" y="527746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97680" y="5760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path from spotting an error to a fixed, applied configuration.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00985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Understanding Terraform Errors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194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categories: syntax, validation, dependency, provider, state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145536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" y="3216859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17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Debugging with Logs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40156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DEBUG, INFO, WARN, ERROR — and how to capture them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0565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52544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423867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24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Core CLI Commands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60857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· validate · taint · refresh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31266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559552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5630875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315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Walkthrough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691640" y="581558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an EC2 instance that won't create properly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 Understanding Terraform Errors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errors generally fall into five categories: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492" y="19216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807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HCL syntax — e.g. missing { } or =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56232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12" y="19216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807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resource names, unsupported arguments, or bad values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856232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132" y="192161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Errors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02752" y="2807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dependencies between resources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468880" y="35204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24912" y="3776472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292" y="3841852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24912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Errors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2724912" y="47274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authentication or configuration issues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72200" y="35204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28232" y="3776472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12" y="3841852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8232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Errors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428232" y="47274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or outdated state file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Syntax Error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"=" between argument name and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2A1F2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5C2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882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A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"ami-12345678"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A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"t2.micro"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cannot parse the block — the argument value is ambiguous.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22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1E4B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18882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468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"=" lets Terraform parse the file correctly and proceed to plan.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  Debugging with Terraform Logs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verbosity levels, from most to least detailed: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84248" cy="3291840"/>
          </a:xfrm>
          <a:prstGeom prst="roundRect">
            <a:avLst>
              <a:gd name="adj" fmla="val 2765"/>
            </a:avLst>
          </a:prstGeom>
          <a:solidFill>
            <a:srgbClr val="5C4E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19072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50468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detailed — low-level Terraform internals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61488" y="2606040"/>
            <a:ext cx="1984248" cy="2788920"/>
          </a:xfrm>
          <a:prstGeom prst="roundRect">
            <a:avLst>
              <a:gd name="adj" fmla="val 2765"/>
            </a:avLst>
          </a:prstGeom>
          <a:solidFill>
            <a:srgbClr val="6E5DEE"/>
          </a:solidFill>
          <a:ln/>
        </p:spPr>
      </p:sp>
      <p:sp>
        <p:nvSpPr>
          <p:cNvPr id="8" name="Text 6"/>
          <p:cNvSpPr/>
          <p:nvPr/>
        </p:nvSpPr>
        <p:spPr>
          <a:xfrm>
            <a:off x="2761488" y="2221992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61488" y="550468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problems in providers/config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82896" y="3108960"/>
            <a:ext cx="1984248" cy="2286000"/>
          </a:xfrm>
          <a:prstGeom prst="roundRect">
            <a:avLst>
              <a:gd name="adj" fmla="val 2765"/>
            </a:avLst>
          </a:prstGeom>
          <a:solidFill>
            <a:srgbClr val="8878F2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2724912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2896" y="550468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logs — shows major steps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04304" y="3611880"/>
            <a:ext cx="1984248" cy="1783080"/>
          </a:xfrm>
          <a:prstGeom prst="roundRect">
            <a:avLst>
              <a:gd name="adj" fmla="val 3077"/>
            </a:avLst>
          </a:prstGeom>
          <a:solidFill>
            <a:srgbClr val="A49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004304" y="3227832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04304" y="550468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warnings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25712" y="4114800"/>
            <a:ext cx="1984248" cy="1280160"/>
          </a:xfrm>
          <a:prstGeom prst="roundRect">
            <a:avLst>
              <a:gd name="adj" fmla="val 4286"/>
            </a:avLst>
          </a:prstGeom>
          <a:solidFill>
            <a:srgbClr val="C0B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3730752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25712" y="550468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&amp; Saving Debug Logs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15741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Debug Logs to Console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914400" y="2194560"/>
            <a:ext cx="4754880" cy="109728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3317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TF_LOG=DEBUG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prints detailed debug logs directly to the terminal during the run.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15741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Debug Logs to a File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92240" y="2194560"/>
            <a:ext cx="4754880" cy="141732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23317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TF_LOG=DEBUG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TF_LOG_PATH="terraform-debug.log"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7490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logs are saved to terraform-debug.log for later review or sharing with a team.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 Core CLI Commands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58008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fmt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Formatting Issues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formats Terraform files to match best-practice style — spacing, indentation, alignment.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37560"/>
            <a:ext cx="4754880" cy="5943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fmt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removes unnecessary spaces and fixes indentation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58008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validate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syntax or logical errors without executing any changes to real infrastructure.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92240" y="3337560"/>
            <a:ext cx="4754880" cy="5943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validate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flags incorrect resource names, missing values, etc.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 Core CLI Commands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58008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taint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Resource Recreation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resource as tainted, forcing Terraform to destroy and recreate it on the next apply.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37560"/>
            <a:ext cx="4754880" cy="8229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429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taint aws_instance.example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297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destroys and recreates the EC2 instance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2801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58008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refresh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State with Reality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Terraform state file to match the actual live state of the infrastructure.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92240" y="3337560"/>
            <a:ext cx="4754880" cy="5943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refresh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useful when changes were made manually in the cloud console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EC2 Instance Not Created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 configuration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2B2F3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5C2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425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9A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var.instance_size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instance_size is referenced but never declared.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15544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783080"/>
            <a:ext cx="457200" cy="45720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18425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Run terraform validate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309360" y="2331720"/>
            <a:ext cx="4937760" cy="10515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5" name="Text 11"/>
          <p:cNvSpPr/>
          <p:nvPr/>
        </p:nvSpPr>
        <p:spPr>
          <a:xfrm>
            <a:off x="6492240" y="2468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A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Reference to undeclared input variable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9A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"var.instance_size" not defined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declare the variable in variables.tf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3931920"/>
            <a:ext cx="4937760" cy="868680"/>
          </a:xfrm>
          <a:prstGeom prst="rect">
            <a:avLst/>
          </a:prstGeom>
          <a:solidFill>
            <a:srgbClr val="1B2A22"/>
          </a:solidFill>
          <a:ln/>
        </p:spPr>
      </p:sp>
      <p:sp>
        <p:nvSpPr>
          <p:cNvPr id="18" name="Text 14"/>
          <p:cNvSpPr/>
          <p:nvPr/>
        </p:nvSpPr>
        <p:spPr>
          <a:xfrm>
            <a:off x="649224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"instance_size"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"t2.micro"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Steps 2–4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the troubleshooting workflow to a successful apply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882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77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Run in Debug Mode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2971800"/>
            <a:ext cx="3063240" cy="8229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06324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TF_LOG=DEBUG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Invalid AMI ID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a valid AMI ID for the target region.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160020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828800"/>
            <a:ext cx="457200" cy="45720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88823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2377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Force Recreate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480560" y="2971800"/>
            <a:ext cx="3063240" cy="82296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17" name="Text 13"/>
          <p:cNvSpPr/>
          <p:nvPr/>
        </p:nvSpPr>
        <p:spPr>
          <a:xfrm>
            <a:off x="4617720" y="306324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taint aws_instance.example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48056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Terraform recreates the EC2 instance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63840" y="160020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92440" y="1828800"/>
            <a:ext cx="457200" cy="457200"/>
          </a:xfrm>
          <a:prstGeom prst="ellipse">
            <a:avLst/>
          </a:prstGeom>
          <a:solidFill>
            <a:srgbClr val="EDE9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76" y="1888236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92440" y="2377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Refresh State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092440" y="2971800"/>
            <a:ext cx="3063240" cy="502920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3063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E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refresh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092440" y="3611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Syncs the state file with actual infrastructure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5C4EE5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11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6198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error types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08760" y="18653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validation, dependency, provider, and state errors each need a different lens.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267142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08760" y="29169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TF_LOG and TF_LOG_PATH surface and capture the details behind a failure.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72298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fmt, validate, taint, refresh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08760" y="39684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 that format, check, force-recreate, and reconcile state.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342C6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77454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681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508760" y="50200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debug → taint → refresh fixed a broken EC2 deployment end to end.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Terraform Errors &amp; Debugging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Terraform Errors &amp; Debugging</dc:title>
  <dc:subject>PptxGenJS Presentation</dc:subject>
  <dc:creator>Terraform Training</dc:creator>
  <cp:lastModifiedBy>Terraform Training</cp:lastModifiedBy>
  <cp:revision>1</cp:revision>
  <dcterms:created xsi:type="dcterms:W3CDTF">2026-07-07T10:28:32Z</dcterms:created>
  <dcterms:modified xsi:type="dcterms:W3CDTF">2026-07-07T10:28:32Z</dcterms:modified>
</cp:coreProperties>
</file>