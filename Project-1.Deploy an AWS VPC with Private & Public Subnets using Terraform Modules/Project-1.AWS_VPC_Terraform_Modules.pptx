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645920"/>
            <a:ext cx="4937760" cy="4937760"/>
          </a:xfrm>
          <a:prstGeom prst="ellipse">
            <a:avLst/>
          </a:prstGeom>
          <a:solidFill>
            <a:srgbClr val="13407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FF9F1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HANDS-ON LAB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 AWS VPC with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&amp; Public Subnets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reusable Terraform modules to provision networking infrastructure on AWS.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 ·   Public &amp; Private Subnets   ·   Internet Gateway   ·   Route Tables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production-style VPC, built once as a Terraform module and reused anywhere.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50008"/>
            <a:ext cx="640080" cy="6400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 Subnets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04672" y="3566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address space for internet-facing and internal-only resources.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20574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0288" y="2350008"/>
            <a:ext cx="640080" cy="6400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&amp; NAT Gateway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53712" y="3566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outbound and inbound internet access per subnet type.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20574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2350008"/>
            <a:ext cx="640080" cy="6400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1460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02752" y="3566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routes tying subnets to the right gateway.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Layout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2296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configuration calls a self-contained VPC module — variables in, resources built, outputs out. This is the pattern you'll reuse across every future project.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Terraform Module for VPC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module layout separates reusable logic (modules/vpc) from the root config that calls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67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terraform-vpc/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8803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8328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72768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8862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75688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vpc/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43891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78608" y="4343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489204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78608" y="4846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560" y="5394960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578608" y="5349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6309360" y="196596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6537960" y="2258568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2414016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15200" y="2130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modules/vpc/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7315200" y="2532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module: defines every VPC resource once.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6309360" y="338328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6537960" y="3675888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408" y="3831336"/>
            <a:ext cx="292608" cy="2926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15200" y="3547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7315200" y="3950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inputs the module accepts (CIDR blocks, names).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6309360" y="4800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537960" y="5093208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408" y="5248656"/>
            <a:ext cx="292608" cy="29260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31520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main.tf</a:t>
            </a:r>
            <a:endParaRPr lang="en-US" sz="1500" dirty="0"/>
          </a:p>
        </p:txBody>
      </p:sp>
      <p:sp>
        <p:nvSpPr>
          <p:cNvPr id="36" name="Text 24"/>
          <p:cNvSpPr/>
          <p:nvPr/>
        </p:nvSpPr>
        <p:spPr>
          <a:xfrm>
            <a:off x="7315200" y="5367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module and supplies real values for this environment.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VPC Module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modules/vpc/main.tf — VPC and subnets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59436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"main"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var.vpc_cidr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var.vpc_name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"public_subnet"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      = aws_vpc.main.id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    = var.public_subnet_cidr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map_public_ip_on_launch  = true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"private_subnet"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= aws_vpc.main.id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= var.private_subnet_cidr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78040" y="1828800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057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0664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network. CIDR and name come from variables.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78040" y="3364992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5935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0" y="3547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public_subnet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06640" y="40050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map_public_ip_on_launch = true auto-assigns public IPs.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78040" y="4901184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12978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5084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private_subnet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06640" y="55412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 mapping — stays internal by default.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VPC Module (continued)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modules/vpc/main.tf — gateway and routing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"aws_internet_gateway" "igw"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aws_vpc.main.id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"aws_route_table" "public_rt"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aws_vpc.main.id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"aws_route" "public_route"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route_table_id          = aws_route_table.public_rt.id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destination_cidr_block  = "0.0.0.0/0"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gateway_id               = aws_internet_gateway.igw.id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"aws_route_table_association" "public_assoc"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 = aws_subnet.public_subnet.id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route_table_id  = aws_route_table.public_rt.id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43800" y="182880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57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internet_gateway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VPC — the door to the public internet.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43800" y="3364992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935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0" y="3547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 → igw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772400" y="4005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destination routes out through the gateway.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543800" y="4901184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12978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5084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route_table_association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0" y="55412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the public subnet to this route 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49240" y="1417320"/>
            <a:ext cx="1463040" cy="9144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63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377440"/>
            <a:ext cx="0" cy="502920"/>
          </a:xfrm>
          <a:prstGeom prst="line">
            <a:avLst/>
          </a:prstGeom>
          <a:noFill/>
          <a:ln w="25400">
            <a:solidFill>
              <a:srgbClr val="8DA9C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0" y="288036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3407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992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29992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05840" y="3794760"/>
            <a:ext cx="10149840" cy="260604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5875">
            <a:solidFill>
              <a:srgbClr val="8DA9C4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123444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10.0.0.0/16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80760" y="3566160"/>
            <a:ext cx="0" cy="548640"/>
          </a:xfrm>
          <a:prstGeom prst="line">
            <a:avLst/>
          </a:prstGeom>
          <a:noFill/>
          <a:ln w="25400">
            <a:solidFill>
              <a:srgbClr val="8DA9C4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1463040" y="434340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526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4884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1488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25780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48840" y="5285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 table → 0.0.0.0/0 → IGW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5623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48840" y="5641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map_public_ip_on_launch = true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434340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5262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90372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25780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03720" y="5285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to the internet gateway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62356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03720" y="5641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databases, internal services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&amp;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Calling the Module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modules/vpc/variables.tf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47672"/>
            <a:ext cx="5166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"vpc_cidr" {}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"vpc_name" {}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"public_subnet_cidr" {}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"private_subnet_cidr" {}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root main.tf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47672"/>
            <a:ext cx="480060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"./modules/vpc"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            = "10.0.0.0/16"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vpc_name             = "MyVPC"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public_subnet_cidr   = "10.0.1.0/24"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private_subnet_cidr  = "10.0.2.0/24"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40233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variable blocks mean no defaults — every value must be supplied by the caller, keeping the module fully reusable.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 Terraform to create the VPC: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46811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Initialize, Validate &amp; Preview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8470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Terraform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30175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182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required providers and initializes the working directory.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4708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Configuration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4617720" y="30175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3182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validate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61772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syntax errors. Returns: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Success! The configuration is valid.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3816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12480" y="182880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4" name="Text 20"/>
          <p:cNvSpPr/>
          <p:nvPr/>
        </p:nvSpPr>
        <p:spPr>
          <a:xfrm>
            <a:off x="8412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4708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1248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Changes</a:t>
            </a:r>
            <a:endParaRPr lang="en-US" sz="1550" dirty="0"/>
          </a:p>
        </p:txBody>
      </p:sp>
      <p:sp>
        <p:nvSpPr>
          <p:cNvPr id="27" name="Shape 22"/>
          <p:cNvSpPr/>
          <p:nvPr/>
        </p:nvSpPr>
        <p:spPr>
          <a:xfrm>
            <a:off x="8412480" y="30175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41080" y="3182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41248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VPC, subnet, IGW, and route table resources to be created.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Configuration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If everything looks good, apply the changes.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will create: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127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CIDR block 10.0.0.0/16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584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10.0.1.0/24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10.0.2.0/24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262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498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for public subnet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8348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4956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&amp; associations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92240" y="2194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720840" y="2359152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complete!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 5 added, 0 changed,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destroyed.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492240" y="37947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0B254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02336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Resources Created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766560" y="4526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Public Subnet · Private Subnet · Internet Gateway · Route Table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with Terraform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Clean Up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Verify in AWS Console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AWS Console → VPC Dashboard and check: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992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62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508760" y="3172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“MyVPC” exists.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6791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730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508760" y="40416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public and private subnets.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73659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5994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508760" y="4910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public subnet has an Internet Gateway.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223760" y="155448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0B254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7830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Clean Up (Optional)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9808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to destroy everything: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498080" y="26974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26680" y="286207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destroy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-auto-approve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98080" y="3886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removes all resources created by Terraform — the VPC, both subnets, the internet gateway, and route tables.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498080" y="5074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34074"/>
          </a:solidFill>
          <a:ln/>
        </p:spPr>
      </p:sp>
      <p:sp>
        <p:nvSpPr>
          <p:cNvPr id="30" name="Text 23"/>
          <p:cNvSpPr/>
          <p:nvPr/>
        </p:nvSpPr>
        <p:spPr>
          <a:xfrm>
            <a:off x="7680960" y="5074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sandbox / learning accounts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34074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846320"/>
            <a:ext cx="3931920" cy="3931920"/>
          </a:xfrm>
          <a:prstGeom prst="ellipse">
            <a:avLst/>
          </a:prstGeom>
          <a:solidFill>
            <a:srgbClr val="FF9F1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B4A7A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2316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60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3134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VPC Module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65960" y="27157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VPC, subnets, gateway, and routing behind clean variables.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5204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B4A7A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379476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9319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36850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 Segmentation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40873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routes to the internet; private subnet stays isolated.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892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B4A7A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516636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3035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50566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Workflow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65960" y="54589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validate → plan → apply → verify → destroy.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Project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AWS VPC with Terraform Modules</dc:title>
  <dc:subject>PptxGenJS Presentation</dc:subject>
  <dc:creator>Terraform Training</dc:creator>
  <cp:lastModifiedBy>Terraform Training</cp:lastModifiedBy>
  <cp:revision>1</cp:revision>
  <dcterms:created xsi:type="dcterms:W3CDTF">2026-07-07T20:04:55Z</dcterms:created>
  <dcterms:modified xsi:type="dcterms:W3CDTF">2026-07-07T20:04:55Z</dcterms:modified>
</cp:coreProperties>
</file>